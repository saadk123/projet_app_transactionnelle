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2"/>
  </p:notesMasterIdLst>
  <p:sldIdLst>
    <p:sldId id="256" r:id="rId2"/>
    <p:sldId id="262" r:id="rId3"/>
    <p:sldId id="258" r:id="rId4"/>
    <p:sldId id="266" r:id="rId5"/>
    <p:sldId id="263" r:id="rId6"/>
    <p:sldId id="257" r:id="rId7"/>
    <p:sldId id="267" r:id="rId8"/>
    <p:sldId id="261" r:id="rId9"/>
    <p:sldId id="265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4116F4-9BBA-4EAE-A411-C232CA51C6E9}" v="23" dt="2026-05-17T20:16:10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quant, Alexis Stéphane" userId="53a47efa-8ea7-45e3-b9fd-b163b5e02f16" providerId="ADAL" clId="{9872F94E-2998-4C3A-9708-E10B42D81CB8}"/>
    <pc:docChg chg="undo redo custSel addSld delSld modSld">
      <pc:chgData name="Piquant, Alexis Stéphane" userId="53a47efa-8ea7-45e3-b9fd-b163b5e02f16" providerId="ADAL" clId="{9872F94E-2998-4C3A-9708-E10B42D81CB8}" dt="2026-05-17T20:17:34.597" v="716" actId="26606"/>
      <pc:docMkLst>
        <pc:docMk/>
      </pc:docMkLst>
      <pc:sldChg chg="addSp delSp modSp mod setBg addAnim delAnim">
        <pc:chgData name="Piquant, Alexis Stéphane" userId="53a47efa-8ea7-45e3-b9fd-b163b5e02f16" providerId="ADAL" clId="{9872F94E-2998-4C3A-9708-E10B42D81CB8}" dt="2026-05-17T20:01:48.712" v="581" actId="26606"/>
        <pc:sldMkLst>
          <pc:docMk/>
          <pc:sldMk cId="3085591630" sldId="256"/>
        </pc:sldMkLst>
        <pc:spChg chg="mod">
          <ac:chgData name="Piquant, Alexis Stéphane" userId="53a47efa-8ea7-45e3-b9fd-b163b5e02f16" providerId="ADAL" clId="{9872F94E-2998-4C3A-9708-E10B42D81CB8}" dt="2026-05-17T20:01:48.712" v="581" actId="26606"/>
          <ac:spMkLst>
            <pc:docMk/>
            <pc:sldMk cId="3085591630" sldId="256"/>
            <ac:spMk id="2" creationId="{3B6062D8-5668-5F23-EA55-FA9CC8AA68D1}"/>
          </ac:spMkLst>
        </pc:spChg>
        <pc:spChg chg="mod">
          <ac:chgData name="Piquant, Alexis Stéphane" userId="53a47efa-8ea7-45e3-b9fd-b163b5e02f16" providerId="ADAL" clId="{9872F94E-2998-4C3A-9708-E10B42D81CB8}" dt="2026-05-17T20:01:48.712" v="581" actId="26606"/>
          <ac:spMkLst>
            <pc:docMk/>
            <pc:sldMk cId="3085591630" sldId="256"/>
            <ac:spMk id="3" creationId="{7CF00AF3-7E06-1E1A-CDDA-5410F84AB66C}"/>
          </ac:spMkLst>
        </pc:spChg>
        <pc:spChg chg="mod">
          <ac:chgData name="Piquant, Alexis Stéphane" userId="53a47efa-8ea7-45e3-b9fd-b163b5e02f16" providerId="ADAL" clId="{9872F94E-2998-4C3A-9708-E10B42D81CB8}" dt="2026-05-17T20:01:48.712" v="581" actId="26606"/>
          <ac:spMkLst>
            <pc:docMk/>
            <pc:sldMk cId="3085591630" sldId="256"/>
            <ac:spMk id="4" creationId="{59F544CB-CC67-282D-5A04-DF75844DC2E1}"/>
          </ac:spMkLst>
        </pc:spChg>
        <pc:spChg chg="add del">
          <ac:chgData name="Piquant, Alexis Stéphane" userId="53a47efa-8ea7-45e3-b9fd-b163b5e02f16" providerId="ADAL" clId="{9872F94E-2998-4C3A-9708-E10B42D81CB8}" dt="2026-05-17T20:01:48.712" v="581" actId="26606"/>
          <ac:spMkLst>
            <pc:docMk/>
            <pc:sldMk cId="3085591630" sldId="256"/>
            <ac:spMk id="9" creationId="{8D62164E-4528-40DB-BC26-D6DDE216A059}"/>
          </ac:spMkLst>
        </pc:spChg>
        <pc:spChg chg="add del">
          <ac:chgData name="Piquant, Alexis Stéphane" userId="53a47efa-8ea7-45e3-b9fd-b163b5e02f16" providerId="ADAL" clId="{9872F94E-2998-4C3A-9708-E10B42D81CB8}" dt="2026-05-17T20:01:48.712" v="581" actId="26606"/>
          <ac:spMkLst>
            <pc:docMk/>
            <pc:sldMk cId="3085591630" sldId="256"/>
            <ac:spMk id="11" creationId="{F30007FA-C6A2-43A0-8045-7016AEF81713}"/>
          </ac:spMkLst>
        </pc:spChg>
      </pc:sldChg>
      <pc:sldChg chg="addSp delSp modSp mod setBg">
        <pc:chgData name="Piquant, Alexis Stéphane" userId="53a47efa-8ea7-45e3-b9fd-b163b5e02f16" providerId="ADAL" clId="{9872F94E-2998-4C3A-9708-E10B42D81CB8}" dt="2026-05-17T20:01:49.100" v="583" actId="26606"/>
        <pc:sldMkLst>
          <pc:docMk/>
          <pc:sldMk cId="2847328217" sldId="257"/>
        </pc:sldMkLst>
        <pc:spChg chg="mod">
          <ac:chgData name="Piquant, Alexis Stéphane" userId="53a47efa-8ea7-45e3-b9fd-b163b5e02f16" providerId="ADAL" clId="{9872F94E-2998-4C3A-9708-E10B42D81CB8}" dt="2026-05-17T20:01:49.100" v="583" actId="26606"/>
          <ac:spMkLst>
            <pc:docMk/>
            <pc:sldMk cId="2847328217" sldId="257"/>
            <ac:spMk id="2" creationId="{37C0A14C-ABC3-EEC7-5262-11197DF36E11}"/>
          </ac:spMkLst>
        </pc:spChg>
        <pc:spChg chg="mod">
          <ac:chgData name="Piquant, Alexis Stéphane" userId="53a47efa-8ea7-45e3-b9fd-b163b5e02f16" providerId="ADAL" clId="{9872F94E-2998-4C3A-9708-E10B42D81CB8}" dt="2026-05-17T20:01:49.100" v="583" actId="26606"/>
          <ac:spMkLst>
            <pc:docMk/>
            <pc:sldMk cId="2847328217" sldId="257"/>
            <ac:spMk id="3" creationId="{CC34611E-A46D-5D0D-6A87-245766D686C5}"/>
          </ac:spMkLst>
        </pc:spChg>
        <pc:spChg chg="mod">
          <ac:chgData name="Piquant, Alexis Stéphane" userId="53a47efa-8ea7-45e3-b9fd-b163b5e02f16" providerId="ADAL" clId="{9872F94E-2998-4C3A-9708-E10B42D81CB8}" dt="2026-05-17T20:01:49.100" v="583" actId="26606"/>
          <ac:spMkLst>
            <pc:docMk/>
            <pc:sldMk cId="2847328217" sldId="257"/>
            <ac:spMk id="4" creationId="{26E38DC6-413A-3654-420D-1A6F0D44E3B3}"/>
          </ac:spMkLst>
        </pc:spChg>
        <pc:spChg chg="add del">
          <ac:chgData name="Piquant, Alexis Stéphane" userId="53a47efa-8ea7-45e3-b9fd-b163b5e02f16" providerId="ADAL" clId="{9872F94E-2998-4C3A-9708-E10B42D81CB8}" dt="2026-05-17T20:01:49.100" v="583" actId="26606"/>
          <ac:spMkLst>
            <pc:docMk/>
            <pc:sldMk cId="2847328217" sldId="257"/>
            <ac:spMk id="9" creationId="{5690F3EE-0CD1-4520-B020-4E1DF3141C74}"/>
          </ac:spMkLst>
        </pc:spChg>
        <pc:spChg chg="add del">
          <ac:chgData name="Piquant, Alexis Stéphane" userId="53a47efa-8ea7-45e3-b9fd-b163b5e02f16" providerId="ADAL" clId="{9872F94E-2998-4C3A-9708-E10B42D81CB8}" dt="2026-05-17T20:01:49.100" v="583" actId="26606"/>
          <ac:spMkLst>
            <pc:docMk/>
            <pc:sldMk cId="2847328217" sldId="257"/>
            <ac:spMk id="11" creationId="{9EFDE1E9-7FE0-45CA-9DE2-237F77319A9F}"/>
          </ac:spMkLst>
        </pc:spChg>
      </pc:sldChg>
      <pc:sldChg chg="addSp modSp mod setBg">
        <pc:chgData name="Piquant, Alexis Stéphane" userId="53a47efa-8ea7-45e3-b9fd-b163b5e02f16" providerId="ADAL" clId="{9872F94E-2998-4C3A-9708-E10B42D81CB8}" dt="2026-05-17T19:58:09.432" v="549" actId="26606"/>
        <pc:sldMkLst>
          <pc:docMk/>
          <pc:sldMk cId="839485453" sldId="258"/>
        </pc:sldMkLst>
        <pc:spChg chg="mod">
          <ac:chgData name="Piquant, Alexis Stéphane" userId="53a47efa-8ea7-45e3-b9fd-b163b5e02f16" providerId="ADAL" clId="{9872F94E-2998-4C3A-9708-E10B42D81CB8}" dt="2026-05-17T19:58:09.432" v="549" actId="26606"/>
          <ac:spMkLst>
            <pc:docMk/>
            <pc:sldMk cId="839485453" sldId="258"/>
            <ac:spMk id="2" creationId="{B935BE62-0ACE-070B-5157-ED94C7ABEB86}"/>
          </ac:spMkLst>
        </pc:spChg>
        <pc:spChg chg="mod">
          <ac:chgData name="Piquant, Alexis Stéphane" userId="53a47efa-8ea7-45e3-b9fd-b163b5e02f16" providerId="ADAL" clId="{9872F94E-2998-4C3A-9708-E10B42D81CB8}" dt="2026-05-17T19:58:09.432" v="549" actId="26606"/>
          <ac:spMkLst>
            <pc:docMk/>
            <pc:sldMk cId="839485453" sldId="258"/>
            <ac:spMk id="3" creationId="{21E6E227-C735-CD8D-0D9A-B418C85CB657}"/>
          </ac:spMkLst>
        </pc:spChg>
        <pc:spChg chg="mod">
          <ac:chgData name="Piquant, Alexis Stéphane" userId="53a47efa-8ea7-45e3-b9fd-b163b5e02f16" providerId="ADAL" clId="{9872F94E-2998-4C3A-9708-E10B42D81CB8}" dt="2026-05-17T19:58:09.432" v="549" actId="26606"/>
          <ac:spMkLst>
            <pc:docMk/>
            <pc:sldMk cId="839485453" sldId="258"/>
            <ac:spMk id="4" creationId="{EE2652B4-8C21-FFD1-600D-688C56640FF7}"/>
          </ac:spMkLst>
        </pc:spChg>
        <pc:spChg chg="add">
          <ac:chgData name="Piquant, Alexis Stéphane" userId="53a47efa-8ea7-45e3-b9fd-b163b5e02f16" providerId="ADAL" clId="{9872F94E-2998-4C3A-9708-E10B42D81CB8}" dt="2026-05-17T19:58:09.432" v="549" actId="26606"/>
          <ac:spMkLst>
            <pc:docMk/>
            <pc:sldMk cId="839485453" sldId="258"/>
            <ac:spMk id="9" creationId="{375136A9-49F9-4DA0-A741-F065B0FA091D}"/>
          </ac:spMkLst>
        </pc:spChg>
        <pc:spChg chg="add">
          <ac:chgData name="Piquant, Alexis Stéphane" userId="53a47efa-8ea7-45e3-b9fd-b163b5e02f16" providerId="ADAL" clId="{9872F94E-2998-4C3A-9708-E10B42D81CB8}" dt="2026-05-17T19:58:09.432" v="549" actId="26606"/>
          <ac:spMkLst>
            <pc:docMk/>
            <pc:sldMk cId="839485453" sldId="258"/>
            <ac:spMk id="11" creationId="{B912F6C7-0423-4B6F-AECE-710C848918FD}"/>
          </ac:spMkLst>
        </pc:spChg>
        <pc:cxnChg chg="add">
          <ac:chgData name="Piquant, Alexis Stéphane" userId="53a47efa-8ea7-45e3-b9fd-b163b5e02f16" providerId="ADAL" clId="{9872F94E-2998-4C3A-9708-E10B42D81CB8}" dt="2026-05-17T19:58:09.432" v="549" actId="26606"/>
          <ac:cxnSpMkLst>
            <pc:docMk/>
            <pc:sldMk cId="839485453" sldId="258"/>
            <ac:cxnSpMk id="13" creationId="{A7208205-03EE-4EC8-9C34-59270C1880D8}"/>
          </ac:cxnSpMkLst>
        </pc:cxnChg>
      </pc:sldChg>
      <pc:sldChg chg="addSp delSp modSp del mod setBg">
        <pc:chgData name="Piquant, Alexis Stéphane" userId="53a47efa-8ea7-45e3-b9fd-b163b5e02f16" providerId="ADAL" clId="{9872F94E-2998-4C3A-9708-E10B42D81CB8}" dt="2026-05-17T20:06:11.738" v="623" actId="47"/>
        <pc:sldMkLst>
          <pc:docMk/>
          <pc:sldMk cId="3461961435" sldId="260"/>
        </pc:sldMkLst>
        <pc:spChg chg="mod">
          <ac:chgData name="Piquant, Alexis Stéphane" userId="53a47efa-8ea7-45e3-b9fd-b163b5e02f16" providerId="ADAL" clId="{9872F94E-2998-4C3A-9708-E10B42D81CB8}" dt="2026-05-17T20:01:35.039" v="569" actId="26606"/>
          <ac:spMkLst>
            <pc:docMk/>
            <pc:sldMk cId="3461961435" sldId="260"/>
            <ac:spMk id="2" creationId="{74779BEA-2520-2969-21A3-5AFC1D5DEAF8}"/>
          </ac:spMkLst>
        </pc:spChg>
        <pc:spChg chg="mod">
          <ac:chgData name="Piquant, Alexis Stéphane" userId="53a47efa-8ea7-45e3-b9fd-b163b5e02f16" providerId="ADAL" clId="{9872F94E-2998-4C3A-9708-E10B42D81CB8}" dt="2026-05-17T20:01:55.474" v="589" actId="20577"/>
          <ac:spMkLst>
            <pc:docMk/>
            <pc:sldMk cId="3461961435" sldId="260"/>
            <ac:spMk id="3" creationId="{2C55C2A8-E413-1893-FA74-1AD87B4F8DE0}"/>
          </ac:spMkLst>
        </pc:spChg>
        <pc:spChg chg="add del mod">
          <ac:chgData name="Piquant, Alexis Stéphane" userId="53a47efa-8ea7-45e3-b9fd-b163b5e02f16" providerId="ADAL" clId="{9872F94E-2998-4C3A-9708-E10B42D81CB8}" dt="2026-05-17T20:01:57.631" v="591" actId="21"/>
          <ac:spMkLst>
            <pc:docMk/>
            <pc:sldMk cId="3461961435" sldId="260"/>
            <ac:spMk id="4" creationId="{911D9F4C-A909-478B-0043-9801BF85ECF7}"/>
          </ac:spMkLst>
        </pc:spChg>
        <pc:spChg chg="mod">
          <ac:chgData name="Piquant, Alexis Stéphane" userId="53a47efa-8ea7-45e3-b9fd-b163b5e02f16" providerId="ADAL" clId="{9872F94E-2998-4C3A-9708-E10B42D81CB8}" dt="2026-05-17T20:01:35.039" v="569" actId="26606"/>
          <ac:spMkLst>
            <pc:docMk/>
            <pc:sldMk cId="3461961435" sldId="260"/>
            <ac:spMk id="5" creationId="{209B96BA-F00F-FFCA-C40C-FC88B3F94698}"/>
          </ac:spMkLst>
        </pc:spChg>
        <pc:spChg chg="add del">
          <ac:chgData name="Piquant, Alexis Stéphane" userId="53a47efa-8ea7-45e3-b9fd-b163b5e02f16" providerId="ADAL" clId="{9872F94E-2998-4C3A-9708-E10B42D81CB8}" dt="2026-05-17T20:01:35.039" v="569" actId="26606"/>
          <ac:spMkLst>
            <pc:docMk/>
            <pc:sldMk cId="3461961435" sldId="260"/>
            <ac:spMk id="10" creationId="{5690F3EE-0CD1-4520-B020-4E1DF3141C74}"/>
          </ac:spMkLst>
        </pc:spChg>
        <pc:spChg chg="add del">
          <ac:chgData name="Piquant, Alexis Stéphane" userId="53a47efa-8ea7-45e3-b9fd-b163b5e02f16" providerId="ADAL" clId="{9872F94E-2998-4C3A-9708-E10B42D81CB8}" dt="2026-05-17T20:01:35.039" v="569" actId="26606"/>
          <ac:spMkLst>
            <pc:docMk/>
            <pc:sldMk cId="3461961435" sldId="260"/>
            <ac:spMk id="12" creationId="{9EFDE1E9-7FE0-45CA-9DE2-237F77319A9F}"/>
          </ac:spMkLst>
        </pc:spChg>
      </pc:sldChg>
      <pc:sldChg chg="addSp delSp modSp mod setBg">
        <pc:chgData name="Piquant, Alexis Stéphane" userId="53a47efa-8ea7-45e3-b9fd-b163b5e02f16" providerId="ADAL" clId="{9872F94E-2998-4C3A-9708-E10B42D81CB8}" dt="2026-05-17T20:01:48.928" v="582" actId="26606"/>
        <pc:sldMkLst>
          <pc:docMk/>
          <pc:sldMk cId="4125033126" sldId="261"/>
        </pc:sldMkLst>
        <pc:spChg chg="mod">
          <ac:chgData name="Piquant, Alexis Stéphane" userId="53a47efa-8ea7-45e3-b9fd-b163b5e02f16" providerId="ADAL" clId="{9872F94E-2998-4C3A-9708-E10B42D81CB8}" dt="2026-05-17T20:01:48.928" v="582" actId="26606"/>
          <ac:spMkLst>
            <pc:docMk/>
            <pc:sldMk cId="4125033126" sldId="261"/>
            <ac:spMk id="2" creationId="{4879BCC6-75FB-97F8-C99C-A9CEEA9FF3FA}"/>
          </ac:spMkLst>
        </pc:spChg>
        <pc:spChg chg="mod">
          <ac:chgData name="Piquant, Alexis Stéphane" userId="53a47efa-8ea7-45e3-b9fd-b163b5e02f16" providerId="ADAL" clId="{9872F94E-2998-4C3A-9708-E10B42D81CB8}" dt="2026-05-17T20:01:48.928" v="582" actId="26606"/>
          <ac:spMkLst>
            <pc:docMk/>
            <pc:sldMk cId="4125033126" sldId="261"/>
            <ac:spMk id="3" creationId="{EA2DF085-3F9F-FB6F-6AE4-E5C45260135D}"/>
          </ac:spMkLst>
        </pc:spChg>
        <pc:spChg chg="mod">
          <ac:chgData name="Piquant, Alexis Stéphane" userId="53a47efa-8ea7-45e3-b9fd-b163b5e02f16" providerId="ADAL" clId="{9872F94E-2998-4C3A-9708-E10B42D81CB8}" dt="2026-05-17T20:01:48.928" v="582" actId="26606"/>
          <ac:spMkLst>
            <pc:docMk/>
            <pc:sldMk cId="4125033126" sldId="261"/>
            <ac:spMk id="4" creationId="{EEA2D430-273A-EF26-DAC2-F80BD705C694}"/>
          </ac:spMkLst>
        </pc:spChg>
        <pc:spChg chg="add del">
          <ac:chgData name="Piquant, Alexis Stéphane" userId="53a47efa-8ea7-45e3-b9fd-b163b5e02f16" providerId="ADAL" clId="{9872F94E-2998-4C3A-9708-E10B42D81CB8}" dt="2026-05-17T20:01:48.928" v="582" actId="26606"/>
          <ac:spMkLst>
            <pc:docMk/>
            <pc:sldMk cId="4125033126" sldId="261"/>
            <ac:spMk id="9" creationId="{5690F3EE-0CD1-4520-B020-4E1DF3141C74}"/>
          </ac:spMkLst>
        </pc:spChg>
        <pc:spChg chg="add del">
          <ac:chgData name="Piquant, Alexis Stéphane" userId="53a47efa-8ea7-45e3-b9fd-b163b5e02f16" providerId="ADAL" clId="{9872F94E-2998-4C3A-9708-E10B42D81CB8}" dt="2026-05-17T20:01:48.928" v="582" actId="26606"/>
          <ac:spMkLst>
            <pc:docMk/>
            <pc:sldMk cId="4125033126" sldId="261"/>
            <ac:spMk id="11" creationId="{9EFDE1E9-7FE0-45CA-9DE2-237F77319A9F}"/>
          </ac:spMkLst>
        </pc:spChg>
      </pc:sldChg>
      <pc:sldChg chg="addSp delSp modSp mod setBg">
        <pc:chgData name="Piquant, Alexis Stéphane" userId="53a47efa-8ea7-45e3-b9fd-b163b5e02f16" providerId="ADAL" clId="{9872F94E-2998-4C3A-9708-E10B42D81CB8}" dt="2026-05-17T20:01:49.340" v="584" actId="26606"/>
        <pc:sldMkLst>
          <pc:docMk/>
          <pc:sldMk cId="439841950" sldId="262"/>
        </pc:sldMkLst>
        <pc:spChg chg="mod">
          <ac:chgData name="Piquant, Alexis Stéphane" userId="53a47efa-8ea7-45e3-b9fd-b163b5e02f16" providerId="ADAL" clId="{9872F94E-2998-4C3A-9708-E10B42D81CB8}" dt="2026-05-17T20:01:49.340" v="584" actId="26606"/>
          <ac:spMkLst>
            <pc:docMk/>
            <pc:sldMk cId="439841950" sldId="262"/>
            <ac:spMk id="2" creationId="{E042D11A-CADD-517F-2702-001F49A450E9}"/>
          </ac:spMkLst>
        </pc:spChg>
        <pc:spChg chg="mod">
          <ac:chgData name="Piquant, Alexis Stéphane" userId="53a47efa-8ea7-45e3-b9fd-b163b5e02f16" providerId="ADAL" clId="{9872F94E-2998-4C3A-9708-E10B42D81CB8}" dt="2026-05-17T20:01:49.340" v="584" actId="26606"/>
          <ac:spMkLst>
            <pc:docMk/>
            <pc:sldMk cId="439841950" sldId="262"/>
            <ac:spMk id="3" creationId="{2DBEE0A7-6DCB-0E0D-85E1-9EB4B0E1FA02}"/>
          </ac:spMkLst>
        </pc:spChg>
        <pc:spChg chg="mod">
          <ac:chgData name="Piquant, Alexis Stéphane" userId="53a47efa-8ea7-45e3-b9fd-b163b5e02f16" providerId="ADAL" clId="{9872F94E-2998-4C3A-9708-E10B42D81CB8}" dt="2026-05-17T20:01:49.340" v="584" actId="26606"/>
          <ac:spMkLst>
            <pc:docMk/>
            <pc:sldMk cId="439841950" sldId="262"/>
            <ac:spMk id="4" creationId="{B2AC4AE1-64C4-C6FC-6EB4-E3CD8CBE9687}"/>
          </ac:spMkLst>
        </pc:spChg>
        <pc:spChg chg="add del">
          <ac:chgData name="Piquant, Alexis Stéphane" userId="53a47efa-8ea7-45e3-b9fd-b163b5e02f16" providerId="ADAL" clId="{9872F94E-2998-4C3A-9708-E10B42D81CB8}" dt="2026-05-17T20:01:49.340" v="584" actId="26606"/>
          <ac:spMkLst>
            <pc:docMk/>
            <pc:sldMk cId="439841950" sldId="262"/>
            <ac:spMk id="9" creationId="{5690F3EE-0CD1-4520-B020-4E1DF3141C74}"/>
          </ac:spMkLst>
        </pc:spChg>
        <pc:spChg chg="add del">
          <ac:chgData name="Piquant, Alexis Stéphane" userId="53a47efa-8ea7-45e3-b9fd-b163b5e02f16" providerId="ADAL" clId="{9872F94E-2998-4C3A-9708-E10B42D81CB8}" dt="2026-05-17T20:01:49.340" v="584" actId="26606"/>
          <ac:spMkLst>
            <pc:docMk/>
            <pc:sldMk cId="439841950" sldId="262"/>
            <ac:spMk id="11" creationId="{9EFDE1E9-7FE0-45CA-9DE2-237F77319A9F}"/>
          </ac:spMkLst>
        </pc:spChg>
      </pc:sldChg>
      <pc:sldChg chg="addSp modSp mod setBg">
        <pc:chgData name="Piquant, Alexis Stéphane" userId="53a47efa-8ea7-45e3-b9fd-b163b5e02f16" providerId="ADAL" clId="{9872F94E-2998-4C3A-9708-E10B42D81CB8}" dt="2026-05-17T19:58:35.951" v="551" actId="26606"/>
        <pc:sldMkLst>
          <pc:docMk/>
          <pc:sldMk cId="4195026551" sldId="263"/>
        </pc:sldMkLst>
        <pc:spChg chg="mod">
          <ac:chgData name="Piquant, Alexis Stéphane" userId="53a47efa-8ea7-45e3-b9fd-b163b5e02f16" providerId="ADAL" clId="{9872F94E-2998-4C3A-9708-E10B42D81CB8}" dt="2026-05-17T19:58:35.951" v="551" actId="26606"/>
          <ac:spMkLst>
            <pc:docMk/>
            <pc:sldMk cId="4195026551" sldId="263"/>
            <ac:spMk id="2" creationId="{4093F6A5-AAC8-6BA5-4A8F-7D36CE3465D2}"/>
          </ac:spMkLst>
        </pc:spChg>
        <pc:spChg chg="mod">
          <ac:chgData name="Piquant, Alexis Stéphane" userId="53a47efa-8ea7-45e3-b9fd-b163b5e02f16" providerId="ADAL" clId="{9872F94E-2998-4C3A-9708-E10B42D81CB8}" dt="2026-05-17T19:58:35.951" v="551" actId="26606"/>
          <ac:spMkLst>
            <pc:docMk/>
            <pc:sldMk cId="4195026551" sldId="263"/>
            <ac:spMk id="3" creationId="{FC027474-0744-162E-2666-E76FF5A5B928}"/>
          </ac:spMkLst>
        </pc:spChg>
        <pc:spChg chg="mod">
          <ac:chgData name="Piquant, Alexis Stéphane" userId="53a47efa-8ea7-45e3-b9fd-b163b5e02f16" providerId="ADAL" clId="{9872F94E-2998-4C3A-9708-E10B42D81CB8}" dt="2026-05-17T19:58:35.951" v="551" actId="26606"/>
          <ac:spMkLst>
            <pc:docMk/>
            <pc:sldMk cId="4195026551" sldId="263"/>
            <ac:spMk id="4" creationId="{7218D14F-15EB-BF30-979F-CAB15F5C7516}"/>
          </ac:spMkLst>
        </pc:spChg>
        <pc:spChg chg="add">
          <ac:chgData name="Piquant, Alexis Stéphane" userId="53a47efa-8ea7-45e3-b9fd-b163b5e02f16" providerId="ADAL" clId="{9872F94E-2998-4C3A-9708-E10B42D81CB8}" dt="2026-05-17T19:58:35.951" v="551" actId="26606"/>
          <ac:spMkLst>
            <pc:docMk/>
            <pc:sldMk cId="4195026551" sldId="263"/>
            <ac:spMk id="9" creationId="{8D62164E-4528-40DB-BC26-D6DDE216A059}"/>
          </ac:spMkLst>
        </pc:spChg>
        <pc:spChg chg="add">
          <ac:chgData name="Piquant, Alexis Stéphane" userId="53a47efa-8ea7-45e3-b9fd-b163b5e02f16" providerId="ADAL" clId="{9872F94E-2998-4C3A-9708-E10B42D81CB8}" dt="2026-05-17T19:58:35.951" v="551" actId="26606"/>
          <ac:spMkLst>
            <pc:docMk/>
            <pc:sldMk cId="4195026551" sldId="263"/>
            <ac:spMk id="11" creationId="{F30007FA-C6A2-43A0-8045-7016AEF81713}"/>
          </ac:spMkLst>
        </pc:spChg>
      </pc:sldChg>
      <pc:sldChg chg="del">
        <pc:chgData name="Piquant, Alexis Stéphane" userId="53a47efa-8ea7-45e3-b9fd-b163b5e02f16" providerId="ADAL" clId="{9872F94E-2998-4C3A-9708-E10B42D81CB8}" dt="2026-05-17T19:42:57.514" v="111" actId="47"/>
        <pc:sldMkLst>
          <pc:docMk/>
          <pc:sldMk cId="3027918912" sldId="264"/>
        </pc:sldMkLst>
      </pc:sldChg>
      <pc:sldChg chg="addSp delSp modSp mod setBg">
        <pc:chgData name="Piquant, Alexis Stéphane" userId="53a47efa-8ea7-45e3-b9fd-b163b5e02f16" providerId="ADAL" clId="{9872F94E-2998-4C3A-9708-E10B42D81CB8}" dt="2026-05-17T20:01:49.471" v="585" actId="26606"/>
        <pc:sldMkLst>
          <pc:docMk/>
          <pc:sldMk cId="3552361707" sldId="265"/>
        </pc:sldMkLst>
        <pc:spChg chg="mod">
          <ac:chgData name="Piquant, Alexis Stéphane" userId="53a47efa-8ea7-45e3-b9fd-b163b5e02f16" providerId="ADAL" clId="{9872F94E-2998-4C3A-9708-E10B42D81CB8}" dt="2026-05-17T20:01:49.471" v="585" actId="26606"/>
          <ac:spMkLst>
            <pc:docMk/>
            <pc:sldMk cId="3552361707" sldId="265"/>
            <ac:spMk id="2" creationId="{29116A8C-2804-1F6A-2B6D-D80799E9B367}"/>
          </ac:spMkLst>
        </pc:spChg>
        <pc:spChg chg="mod">
          <ac:chgData name="Piquant, Alexis Stéphane" userId="53a47efa-8ea7-45e3-b9fd-b163b5e02f16" providerId="ADAL" clId="{9872F94E-2998-4C3A-9708-E10B42D81CB8}" dt="2026-05-17T20:01:49.471" v="585" actId="26606"/>
          <ac:spMkLst>
            <pc:docMk/>
            <pc:sldMk cId="3552361707" sldId="265"/>
            <ac:spMk id="3" creationId="{AD9A7E6D-8ACD-352A-C36B-9B6118EF11CA}"/>
          </ac:spMkLst>
        </pc:spChg>
        <pc:spChg chg="mod">
          <ac:chgData name="Piquant, Alexis Stéphane" userId="53a47efa-8ea7-45e3-b9fd-b163b5e02f16" providerId="ADAL" clId="{9872F94E-2998-4C3A-9708-E10B42D81CB8}" dt="2026-05-17T20:01:49.471" v="585" actId="26606"/>
          <ac:spMkLst>
            <pc:docMk/>
            <pc:sldMk cId="3552361707" sldId="265"/>
            <ac:spMk id="4" creationId="{B506DCA3-8A18-F2F7-A27F-CF2C5F006CBF}"/>
          </ac:spMkLst>
        </pc:spChg>
        <pc:spChg chg="add del">
          <ac:chgData name="Piquant, Alexis Stéphane" userId="53a47efa-8ea7-45e3-b9fd-b163b5e02f16" providerId="ADAL" clId="{9872F94E-2998-4C3A-9708-E10B42D81CB8}" dt="2026-05-17T20:01:49.471" v="585" actId="26606"/>
          <ac:spMkLst>
            <pc:docMk/>
            <pc:sldMk cId="3552361707" sldId="265"/>
            <ac:spMk id="9" creationId="{5690F3EE-0CD1-4520-B020-4E1DF3141C74}"/>
          </ac:spMkLst>
        </pc:spChg>
        <pc:spChg chg="add del">
          <ac:chgData name="Piquant, Alexis Stéphane" userId="53a47efa-8ea7-45e3-b9fd-b163b5e02f16" providerId="ADAL" clId="{9872F94E-2998-4C3A-9708-E10B42D81CB8}" dt="2026-05-17T20:01:49.471" v="585" actId="26606"/>
          <ac:spMkLst>
            <pc:docMk/>
            <pc:sldMk cId="3552361707" sldId="265"/>
            <ac:spMk id="11" creationId="{9EFDE1E9-7FE0-45CA-9DE2-237F77319A9F}"/>
          </ac:spMkLst>
        </pc:spChg>
      </pc:sldChg>
      <pc:sldChg chg="del">
        <pc:chgData name="Piquant, Alexis Stéphane" userId="53a47efa-8ea7-45e3-b9fd-b163b5e02f16" providerId="ADAL" clId="{9872F94E-2998-4C3A-9708-E10B42D81CB8}" dt="2026-05-17T19:42:45.453" v="110" actId="47"/>
        <pc:sldMkLst>
          <pc:docMk/>
          <pc:sldMk cId="871783414" sldId="266"/>
        </pc:sldMkLst>
      </pc:sldChg>
      <pc:sldChg chg="addSp delSp modSp new mod setBg">
        <pc:chgData name="Piquant, Alexis Stéphane" userId="53a47efa-8ea7-45e3-b9fd-b163b5e02f16" providerId="ADAL" clId="{9872F94E-2998-4C3A-9708-E10B42D81CB8}" dt="2026-05-17T19:58:21.261" v="550" actId="26606"/>
        <pc:sldMkLst>
          <pc:docMk/>
          <pc:sldMk cId="2915551113" sldId="266"/>
        </pc:sldMkLst>
        <pc:spChg chg="mod">
          <ac:chgData name="Piquant, Alexis Stéphane" userId="53a47efa-8ea7-45e3-b9fd-b163b5e02f16" providerId="ADAL" clId="{9872F94E-2998-4C3A-9708-E10B42D81CB8}" dt="2026-05-17T19:58:21.261" v="550" actId="26606"/>
          <ac:spMkLst>
            <pc:docMk/>
            <pc:sldMk cId="2915551113" sldId="266"/>
            <ac:spMk id="2" creationId="{00A15519-A736-B4AC-7D39-D52026DA9873}"/>
          </ac:spMkLst>
        </pc:spChg>
        <pc:spChg chg="del mod">
          <ac:chgData name="Piquant, Alexis Stéphane" userId="53a47efa-8ea7-45e3-b9fd-b163b5e02f16" providerId="ADAL" clId="{9872F94E-2998-4C3A-9708-E10B42D81CB8}" dt="2026-05-17T19:58:21.261" v="550" actId="26606"/>
          <ac:spMkLst>
            <pc:docMk/>
            <pc:sldMk cId="2915551113" sldId="266"/>
            <ac:spMk id="3" creationId="{D9B0BB96-30A8-75D1-A9EB-DF6FAEDE9DD8}"/>
          </ac:spMkLst>
        </pc:spChg>
        <pc:spChg chg="mod">
          <ac:chgData name="Piquant, Alexis Stéphane" userId="53a47efa-8ea7-45e3-b9fd-b163b5e02f16" providerId="ADAL" clId="{9872F94E-2998-4C3A-9708-E10B42D81CB8}" dt="2026-05-17T19:58:21.261" v="550" actId="26606"/>
          <ac:spMkLst>
            <pc:docMk/>
            <pc:sldMk cId="2915551113" sldId="266"/>
            <ac:spMk id="4" creationId="{0A385857-1AFB-6FD9-8FC7-AD2B12189877}"/>
          </ac:spMkLst>
        </pc:spChg>
        <pc:spChg chg="add">
          <ac:chgData name="Piquant, Alexis Stéphane" userId="53a47efa-8ea7-45e3-b9fd-b163b5e02f16" providerId="ADAL" clId="{9872F94E-2998-4C3A-9708-E10B42D81CB8}" dt="2026-05-17T19:58:21.261" v="550" actId="26606"/>
          <ac:spMkLst>
            <pc:docMk/>
            <pc:sldMk cId="2915551113" sldId="266"/>
            <ac:spMk id="10" creationId="{43F5AC50-9F44-4D37-B36A-0C6B1C76EE21}"/>
          </ac:spMkLst>
        </pc:spChg>
        <pc:spChg chg="add">
          <ac:chgData name="Piquant, Alexis Stéphane" userId="53a47efa-8ea7-45e3-b9fd-b163b5e02f16" providerId="ADAL" clId="{9872F94E-2998-4C3A-9708-E10B42D81CB8}" dt="2026-05-17T19:58:21.261" v="550" actId="26606"/>
          <ac:spMkLst>
            <pc:docMk/>
            <pc:sldMk cId="2915551113" sldId="266"/>
            <ac:spMk id="14" creationId="{5CC1DFEA-17C7-4855-90D9-A8F3761D4FB4}"/>
          </ac:spMkLst>
        </pc:spChg>
        <pc:graphicFrameChg chg="add">
          <ac:chgData name="Piquant, Alexis Stéphane" userId="53a47efa-8ea7-45e3-b9fd-b163b5e02f16" providerId="ADAL" clId="{9872F94E-2998-4C3A-9708-E10B42D81CB8}" dt="2026-05-17T19:58:21.261" v="550" actId="26606"/>
          <ac:graphicFrameMkLst>
            <pc:docMk/>
            <pc:sldMk cId="2915551113" sldId="266"/>
            <ac:graphicFrameMk id="6" creationId="{1A73BDC4-9885-6FFC-AD0F-903976E6E426}"/>
          </ac:graphicFrameMkLst>
        </pc:graphicFrameChg>
        <pc:cxnChg chg="add">
          <ac:chgData name="Piquant, Alexis Stéphane" userId="53a47efa-8ea7-45e3-b9fd-b163b5e02f16" providerId="ADAL" clId="{9872F94E-2998-4C3A-9708-E10B42D81CB8}" dt="2026-05-17T19:58:21.261" v="550" actId="26606"/>
          <ac:cxnSpMkLst>
            <pc:docMk/>
            <pc:sldMk cId="2915551113" sldId="266"/>
            <ac:cxnSpMk id="12" creationId="{6B8EFC17-AE69-4D15-95D3-F1AF111A7D04}"/>
          </ac:cxnSpMkLst>
        </pc:cxnChg>
      </pc:sldChg>
      <pc:sldChg chg="addSp delSp modSp add mod setBg">
        <pc:chgData name="Piquant, Alexis Stéphane" userId="53a47efa-8ea7-45e3-b9fd-b163b5e02f16" providerId="ADAL" clId="{9872F94E-2998-4C3A-9708-E10B42D81CB8}" dt="2026-05-17T20:05:46.388" v="622" actId="5793"/>
        <pc:sldMkLst>
          <pc:docMk/>
          <pc:sldMk cId="142833798" sldId="267"/>
        </pc:sldMkLst>
        <pc:spChg chg="mod">
          <ac:chgData name="Piquant, Alexis Stéphane" userId="53a47efa-8ea7-45e3-b9fd-b163b5e02f16" providerId="ADAL" clId="{9872F94E-2998-4C3A-9708-E10B42D81CB8}" dt="2026-05-17T20:03:44.337" v="611" actId="20577"/>
          <ac:spMkLst>
            <pc:docMk/>
            <pc:sldMk cId="142833798" sldId="267"/>
            <ac:spMk id="2" creationId="{761E0121-BEEC-ADA6-D7DF-E0B6E75D62AB}"/>
          </ac:spMkLst>
        </pc:spChg>
        <pc:spChg chg="del mod">
          <ac:chgData name="Piquant, Alexis Stéphane" userId="53a47efa-8ea7-45e3-b9fd-b163b5e02f16" providerId="ADAL" clId="{9872F94E-2998-4C3A-9708-E10B42D81CB8}" dt="2026-05-17T20:05:19.332" v="617" actId="478"/>
          <ac:spMkLst>
            <pc:docMk/>
            <pc:sldMk cId="142833798" sldId="267"/>
            <ac:spMk id="3" creationId="{7D525FA1-4DD9-3C12-5654-BA3D1DC41519}"/>
          </ac:spMkLst>
        </pc:spChg>
        <pc:spChg chg="del mod">
          <ac:chgData name="Piquant, Alexis Stéphane" userId="53a47efa-8ea7-45e3-b9fd-b163b5e02f16" providerId="ADAL" clId="{9872F94E-2998-4C3A-9708-E10B42D81CB8}" dt="2026-05-17T20:02:29.651" v="594" actId="478"/>
          <ac:spMkLst>
            <pc:docMk/>
            <pc:sldMk cId="142833798" sldId="267"/>
            <ac:spMk id="4" creationId="{4109177B-6FF4-C91C-53E2-2DC5D4E704FC}"/>
          </ac:spMkLst>
        </pc:spChg>
        <pc:spChg chg="mod">
          <ac:chgData name="Piquant, Alexis Stéphane" userId="53a47efa-8ea7-45e3-b9fd-b163b5e02f16" providerId="ADAL" clId="{9872F94E-2998-4C3A-9708-E10B42D81CB8}" dt="2026-05-17T20:02:48.368" v="596" actId="26606"/>
          <ac:spMkLst>
            <pc:docMk/>
            <pc:sldMk cId="142833798" sldId="267"/>
            <ac:spMk id="5" creationId="{FA741A36-2439-1806-938C-DBC9E9F15BEB}"/>
          </ac:spMkLst>
        </pc:spChg>
        <pc:spChg chg="add del mod">
          <ac:chgData name="Piquant, Alexis Stéphane" userId="53a47efa-8ea7-45e3-b9fd-b163b5e02f16" providerId="ADAL" clId="{9872F94E-2998-4C3A-9708-E10B42D81CB8}" dt="2026-05-17T20:02:32.075" v="595" actId="478"/>
          <ac:spMkLst>
            <pc:docMk/>
            <pc:sldMk cId="142833798" sldId="267"/>
            <ac:spMk id="7" creationId="{420A680F-7E11-A558-559C-1F445A2913FE}"/>
          </ac:spMkLst>
        </pc:spChg>
        <pc:spChg chg="add del mod">
          <ac:chgData name="Piquant, Alexis Stéphane" userId="53a47efa-8ea7-45e3-b9fd-b163b5e02f16" providerId="ADAL" clId="{9872F94E-2998-4C3A-9708-E10B42D81CB8}" dt="2026-05-17T20:05:10.419" v="614" actId="478"/>
          <ac:spMkLst>
            <pc:docMk/>
            <pc:sldMk cId="142833798" sldId="267"/>
            <ac:spMk id="8" creationId="{FBB7372A-6940-A2D8-7285-8EBD784560F8}"/>
          </ac:spMkLst>
        </pc:spChg>
        <pc:spChg chg="add mod">
          <ac:chgData name="Piquant, Alexis Stéphane" userId="53a47efa-8ea7-45e3-b9fd-b163b5e02f16" providerId="ADAL" clId="{9872F94E-2998-4C3A-9708-E10B42D81CB8}" dt="2026-05-17T20:05:17.496" v="616"/>
          <ac:spMkLst>
            <pc:docMk/>
            <pc:sldMk cId="142833798" sldId="267"/>
            <ac:spMk id="9" creationId="{C47084B4-1132-73DB-9E94-C2A02F0D0D42}"/>
          </ac:spMkLst>
        </pc:spChg>
        <pc:spChg chg="add">
          <ac:chgData name="Piquant, Alexis Stéphane" userId="53a47efa-8ea7-45e3-b9fd-b163b5e02f16" providerId="ADAL" clId="{9872F94E-2998-4C3A-9708-E10B42D81CB8}" dt="2026-05-17T20:02:48.368" v="596" actId="26606"/>
          <ac:spMkLst>
            <pc:docMk/>
            <pc:sldMk cId="142833798" sldId="267"/>
            <ac:spMk id="10" creationId="{5690F3EE-0CD1-4520-B020-4E1DF3141C74}"/>
          </ac:spMkLst>
        </pc:spChg>
        <pc:spChg chg="add">
          <ac:chgData name="Piquant, Alexis Stéphane" userId="53a47efa-8ea7-45e3-b9fd-b163b5e02f16" providerId="ADAL" clId="{9872F94E-2998-4C3A-9708-E10B42D81CB8}" dt="2026-05-17T20:02:48.368" v="596" actId="26606"/>
          <ac:spMkLst>
            <pc:docMk/>
            <pc:sldMk cId="142833798" sldId="267"/>
            <ac:spMk id="12" creationId="{9EFDE1E9-7FE0-45CA-9DE2-237F77319A9F}"/>
          </ac:spMkLst>
        </pc:spChg>
        <pc:spChg chg="add del mod">
          <ac:chgData name="Piquant, Alexis Stéphane" userId="53a47efa-8ea7-45e3-b9fd-b163b5e02f16" providerId="ADAL" clId="{9872F94E-2998-4C3A-9708-E10B42D81CB8}" dt="2026-05-17T20:05:22.129" v="618" actId="478"/>
          <ac:spMkLst>
            <pc:docMk/>
            <pc:sldMk cId="142833798" sldId="267"/>
            <ac:spMk id="13" creationId="{A17A69A7-4625-3910-2D2A-14606217F3C2}"/>
          </ac:spMkLst>
        </pc:spChg>
        <pc:spChg chg="add mod">
          <ac:chgData name="Piquant, Alexis Stéphane" userId="53a47efa-8ea7-45e3-b9fd-b163b5e02f16" providerId="ADAL" clId="{9872F94E-2998-4C3A-9708-E10B42D81CB8}" dt="2026-05-17T20:05:22.648" v="619"/>
          <ac:spMkLst>
            <pc:docMk/>
            <pc:sldMk cId="142833798" sldId="267"/>
            <ac:spMk id="14" creationId="{7C07A10D-E11C-6776-688A-4E61470A75AE}"/>
          </ac:spMkLst>
        </pc:spChg>
        <pc:spChg chg="add mod">
          <ac:chgData name="Piquant, Alexis Stéphane" userId="53a47efa-8ea7-45e3-b9fd-b163b5e02f16" providerId="ADAL" clId="{9872F94E-2998-4C3A-9708-E10B42D81CB8}" dt="2026-05-17T20:05:46.388" v="622" actId="5793"/>
          <ac:spMkLst>
            <pc:docMk/>
            <pc:sldMk cId="142833798" sldId="267"/>
            <ac:spMk id="15" creationId="{08A05972-DFFF-1A33-1BCB-5AEFADF7A966}"/>
          </ac:spMkLst>
        </pc:spChg>
      </pc:sldChg>
      <pc:sldChg chg="addSp delSp modSp new mod setBg">
        <pc:chgData name="Piquant, Alexis Stéphane" userId="53a47efa-8ea7-45e3-b9fd-b163b5e02f16" providerId="ADAL" clId="{9872F94E-2998-4C3A-9708-E10B42D81CB8}" dt="2026-05-17T20:17:34.597" v="716" actId="26606"/>
        <pc:sldMkLst>
          <pc:docMk/>
          <pc:sldMk cId="3467004597" sldId="268"/>
        </pc:sldMkLst>
        <pc:spChg chg="mod">
          <ac:chgData name="Piquant, Alexis Stéphane" userId="53a47efa-8ea7-45e3-b9fd-b163b5e02f16" providerId="ADAL" clId="{9872F94E-2998-4C3A-9708-E10B42D81CB8}" dt="2026-05-17T20:17:34.597" v="716" actId="26606"/>
          <ac:spMkLst>
            <pc:docMk/>
            <pc:sldMk cId="3467004597" sldId="268"/>
            <ac:spMk id="2" creationId="{E20D9C6C-9D37-577E-63C6-0B848C433CAB}"/>
          </ac:spMkLst>
        </pc:spChg>
        <pc:spChg chg="del">
          <ac:chgData name="Piquant, Alexis Stéphane" userId="53a47efa-8ea7-45e3-b9fd-b163b5e02f16" providerId="ADAL" clId="{9872F94E-2998-4C3A-9708-E10B42D81CB8}" dt="2026-05-17T20:17:22.740" v="715" actId="478"/>
          <ac:spMkLst>
            <pc:docMk/>
            <pc:sldMk cId="3467004597" sldId="268"/>
            <ac:spMk id="3" creationId="{F3F16DE2-E0E4-36AD-B679-A8A5CDE460DA}"/>
          </ac:spMkLst>
        </pc:spChg>
        <pc:spChg chg="mod">
          <ac:chgData name="Piquant, Alexis Stéphane" userId="53a47efa-8ea7-45e3-b9fd-b163b5e02f16" providerId="ADAL" clId="{9872F94E-2998-4C3A-9708-E10B42D81CB8}" dt="2026-05-17T20:17:34.597" v="716" actId="26606"/>
          <ac:spMkLst>
            <pc:docMk/>
            <pc:sldMk cId="3467004597" sldId="268"/>
            <ac:spMk id="4" creationId="{6782A3B4-2CA3-5993-ED81-8595B596EFAB}"/>
          </ac:spMkLst>
        </pc:spChg>
        <pc:picChg chg="add">
          <ac:chgData name="Piquant, Alexis Stéphane" userId="53a47efa-8ea7-45e3-b9fd-b163b5e02f16" providerId="ADAL" clId="{9872F94E-2998-4C3A-9708-E10B42D81CB8}" dt="2026-05-17T20:17:34.597" v="716" actId="26606"/>
          <ac:picMkLst>
            <pc:docMk/>
            <pc:sldMk cId="3467004597" sldId="268"/>
            <ac:picMk id="8" creationId="{2CF76455-D107-50B8-E8C6-43E804C9178A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FBCC30-9FBC-4D04-8292-C94D0D62A3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6F295D0-DBEA-4BDA-9B8C-04B79E34DA71}">
      <dgm:prSet/>
      <dgm:spPr/>
      <dgm:t>
        <a:bodyPr/>
        <a:lstStyle/>
        <a:p>
          <a:r>
            <a:rPr lang="fr-CA"/>
            <a:t>Étudiants déposer horaire </a:t>
          </a:r>
          <a:endParaRPr lang="en-US"/>
        </a:p>
      </dgm:t>
    </dgm:pt>
    <dgm:pt modelId="{EDE10C26-106E-4032-90A4-DBC062A2E336}" type="parTrans" cxnId="{C9975B6A-F8F2-4E02-9C80-7F0865B6A4D0}">
      <dgm:prSet/>
      <dgm:spPr/>
      <dgm:t>
        <a:bodyPr/>
        <a:lstStyle/>
        <a:p>
          <a:endParaRPr lang="en-US"/>
        </a:p>
      </dgm:t>
    </dgm:pt>
    <dgm:pt modelId="{5B4F1D1B-01B6-462F-B05B-B88373C8BD2D}" type="sibTrans" cxnId="{C9975B6A-F8F2-4E02-9C80-7F0865B6A4D0}">
      <dgm:prSet/>
      <dgm:spPr/>
      <dgm:t>
        <a:bodyPr/>
        <a:lstStyle/>
        <a:p>
          <a:endParaRPr lang="en-US"/>
        </a:p>
      </dgm:t>
    </dgm:pt>
    <dgm:pt modelId="{E5DDC3FE-0265-4E27-936A-67C1AD9D5247}">
      <dgm:prSet/>
      <dgm:spPr/>
      <dgm:t>
        <a:bodyPr/>
        <a:lstStyle/>
        <a:p>
          <a:r>
            <a:rPr lang="fr-CA"/>
            <a:t>Système groupe</a:t>
          </a:r>
          <a:endParaRPr lang="en-US"/>
        </a:p>
      </dgm:t>
    </dgm:pt>
    <dgm:pt modelId="{2A1EF905-E6BE-498A-B1B0-37658D252C6F}" type="parTrans" cxnId="{83DCE435-A8FD-4B59-8D86-D869C2373BBA}">
      <dgm:prSet/>
      <dgm:spPr/>
      <dgm:t>
        <a:bodyPr/>
        <a:lstStyle/>
        <a:p>
          <a:endParaRPr lang="en-US"/>
        </a:p>
      </dgm:t>
    </dgm:pt>
    <dgm:pt modelId="{F7BC2326-040D-4A7D-8ABE-7B0BEDD6D0E3}" type="sibTrans" cxnId="{83DCE435-A8FD-4B59-8D86-D869C2373BBA}">
      <dgm:prSet/>
      <dgm:spPr/>
      <dgm:t>
        <a:bodyPr/>
        <a:lstStyle/>
        <a:p>
          <a:endParaRPr lang="en-US"/>
        </a:p>
      </dgm:t>
    </dgm:pt>
    <dgm:pt modelId="{394F8037-847F-4A68-B4B5-DA049A5136DE}">
      <dgm:prSet/>
      <dgm:spPr/>
      <dgm:t>
        <a:bodyPr/>
        <a:lstStyle/>
        <a:p>
          <a:r>
            <a:rPr lang="fr-CA"/>
            <a:t>Trouver temps libre commun</a:t>
          </a:r>
          <a:endParaRPr lang="en-US"/>
        </a:p>
      </dgm:t>
    </dgm:pt>
    <dgm:pt modelId="{E224EABE-39CE-48AF-B69E-A8C19B24F450}" type="parTrans" cxnId="{A9357228-5540-4166-8337-693F0DACB335}">
      <dgm:prSet/>
      <dgm:spPr/>
      <dgm:t>
        <a:bodyPr/>
        <a:lstStyle/>
        <a:p>
          <a:endParaRPr lang="en-US"/>
        </a:p>
      </dgm:t>
    </dgm:pt>
    <dgm:pt modelId="{E376984C-DC0E-419C-81C0-7070AF6145D5}" type="sibTrans" cxnId="{A9357228-5540-4166-8337-693F0DACB335}">
      <dgm:prSet/>
      <dgm:spPr/>
      <dgm:t>
        <a:bodyPr/>
        <a:lstStyle/>
        <a:p>
          <a:endParaRPr lang="en-US"/>
        </a:p>
      </dgm:t>
    </dgm:pt>
    <dgm:pt modelId="{BF86817E-C2F9-4308-BD9A-CFFE6168E8AA}">
      <dgm:prSet/>
      <dgm:spPr/>
      <dgm:t>
        <a:bodyPr/>
        <a:lstStyle/>
        <a:p>
          <a:r>
            <a:rPr lang="fr-CA"/>
            <a:t>Planifier tâches</a:t>
          </a:r>
          <a:endParaRPr lang="en-US"/>
        </a:p>
      </dgm:t>
    </dgm:pt>
    <dgm:pt modelId="{895E1C00-CF75-40F7-B101-E4608122716D}" type="parTrans" cxnId="{125CC54A-A992-48BC-BA30-F877431FEDE0}">
      <dgm:prSet/>
      <dgm:spPr/>
      <dgm:t>
        <a:bodyPr/>
        <a:lstStyle/>
        <a:p>
          <a:endParaRPr lang="en-US"/>
        </a:p>
      </dgm:t>
    </dgm:pt>
    <dgm:pt modelId="{3D468C6A-76FA-45DD-9796-C76A7C831741}" type="sibTrans" cxnId="{125CC54A-A992-48BC-BA30-F877431FEDE0}">
      <dgm:prSet/>
      <dgm:spPr/>
      <dgm:t>
        <a:bodyPr/>
        <a:lstStyle/>
        <a:p>
          <a:endParaRPr lang="en-US"/>
        </a:p>
      </dgm:t>
    </dgm:pt>
    <dgm:pt modelId="{C715A211-4DCE-4CD7-B8E6-7B40C9EA79A2}">
      <dgm:prSet/>
      <dgm:spPr/>
      <dgm:t>
        <a:bodyPr/>
        <a:lstStyle/>
        <a:p>
          <a:r>
            <a:rPr lang="fr-CA"/>
            <a:t>Système messagerie</a:t>
          </a:r>
          <a:endParaRPr lang="en-US"/>
        </a:p>
      </dgm:t>
    </dgm:pt>
    <dgm:pt modelId="{D9DBACB0-5356-40E5-8DA7-D62018DB430B}" type="parTrans" cxnId="{976DCE17-236A-4A97-BD10-29D124696A56}">
      <dgm:prSet/>
      <dgm:spPr/>
      <dgm:t>
        <a:bodyPr/>
        <a:lstStyle/>
        <a:p>
          <a:endParaRPr lang="en-US"/>
        </a:p>
      </dgm:t>
    </dgm:pt>
    <dgm:pt modelId="{725D6FFB-D428-4A1C-9BC1-7B71394AFEFC}" type="sibTrans" cxnId="{976DCE17-236A-4A97-BD10-29D124696A56}">
      <dgm:prSet/>
      <dgm:spPr/>
      <dgm:t>
        <a:bodyPr/>
        <a:lstStyle/>
        <a:p>
          <a:endParaRPr lang="en-US"/>
        </a:p>
      </dgm:t>
    </dgm:pt>
    <dgm:pt modelId="{898F8DB5-204D-4401-A46A-4A625B4E8436}" type="pres">
      <dgm:prSet presAssocID="{A8FBCC30-9FBC-4D04-8292-C94D0D62A3D6}" presName="root" presStyleCnt="0">
        <dgm:presLayoutVars>
          <dgm:dir/>
          <dgm:resizeHandles val="exact"/>
        </dgm:presLayoutVars>
      </dgm:prSet>
      <dgm:spPr/>
    </dgm:pt>
    <dgm:pt modelId="{D8E7E248-61AC-411A-A6AC-678FAD2021A4}" type="pres">
      <dgm:prSet presAssocID="{36F295D0-DBEA-4BDA-9B8C-04B79E34DA71}" presName="compNode" presStyleCnt="0"/>
      <dgm:spPr/>
    </dgm:pt>
    <dgm:pt modelId="{30BD8876-6C12-4AFA-9D8D-998111148CAB}" type="pres">
      <dgm:prSet presAssocID="{36F295D0-DBEA-4BDA-9B8C-04B79E34DA71}" presName="bgRect" presStyleLbl="bgShp" presStyleIdx="0" presStyleCnt="5"/>
      <dgm:spPr/>
    </dgm:pt>
    <dgm:pt modelId="{6D685358-FBF6-4C49-92AE-2FF555DC59F3}" type="pres">
      <dgm:prSet presAssocID="{36F295D0-DBEA-4BDA-9B8C-04B79E34DA7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D4400258-A933-466A-AB4D-DF7D22B9051E}" type="pres">
      <dgm:prSet presAssocID="{36F295D0-DBEA-4BDA-9B8C-04B79E34DA71}" presName="spaceRect" presStyleCnt="0"/>
      <dgm:spPr/>
    </dgm:pt>
    <dgm:pt modelId="{E6218928-E508-453E-8AC3-FE6D9988E252}" type="pres">
      <dgm:prSet presAssocID="{36F295D0-DBEA-4BDA-9B8C-04B79E34DA71}" presName="parTx" presStyleLbl="revTx" presStyleIdx="0" presStyleCnt="5">
        <dgm:presLayoutVars>
          <dgm:chMax val="0"/>
          <dgm:chPref val="0"/>
        </dgm:presLayoutVars>
      </dgm:prSet>
      <dgm:spPr/>
    </dgm:pt>
    <dgm:pt modelId="{1C8A0DDA-73B8-4327-BD84-635A19CCEED7}" type="pres">
      <dgm:prSet presAssocID="{5B4F1D1B-01B6-462F-B05B-B88373C8BD2D}" presName="sibTrans" presStyleCnt="0"/>
      <dgm:spPr/>
    </dgm:pt>
    <dgm:pt modelId="{9F56D1AB-9C91-4554-8295-2519F8A909EC}" type="pres">
      <dgm:prSet presAssocID="{E5DDC3FE-0265-4E27-936A-67C1AD9D5247}" presName="compNode" presStyleCnt="0"/>
      <dgm:spPr/>
    </dgm:pt>
    <dgm:pt modelId="{F59B10A9-FC29-413C-A223-C8C03FF70C51}" type="pres">
      <dgm:prSet presAssocID="{E5DDC3FE-0265-4E27-936A-67C1AD9D5247}" presName="bgRect" presStyleLbl="bgShp" presStyleIdx="1" presStyleCnt="5"/>
      <dgm:spPr/>
    </dgm:pt>
    <dgm:pt modelId="{7D9A9B09-3172-4C76-8656-BB0FD4991A06}" type="pres">
      <dgm:prSet presAssocID="{E5DDC3FE-0265-4E27-936A-67C1AD9D524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que"/>
        </a:ext>
      </dgm:extLst>
    </dgm:pt>
    <dgm:pt modelId="{0756E2AE-356E-4A15-BC1F-144D8A05BB6D}" type="pres">
      <dgm:prSet presAssocID="{E5DDC3FE-0265-4E27-936A-67C1AD9D5247}" presName="spaceRect" presStyleCnt="0"/>
      <dgm:spPr/>
    </dgm:pt>
    <dgm:pt modelId="{76520CD4-5DD5-4BAC-AF6C-52287B0CD31A}" type="pres">
      <dgm:prSet presAssocID="{E5DDC3FE-0265-4E27-936A-67C1AD9D5247}" presName="parTx" presStyleLbl="revTx" presStyleIdx="1" presStyleCnt="5">
        <dgm:presLayoutVars>
          <dgm:chMax val="0"/>
          <dgm:chPref val="0"/>
        </dgm:presLayoutVars>
      </dgm:prSet>
      <dgm:spPr/>
    </dgm:pt>
    <dgm:pt modelId="{2351BE66-9CCC-432A-8545-AB2D838BB988}" type="pres">
      <dgm:prSet presAssocID="{F7BC2326-040D-4A7D-8ABE-7B0BEDD6D0E3}" presName="sibTrans" presStyleCnt="0"/>
      <dgm:spPr/>
    </dgm:pt>
    <dgm:pt modelId="{5E6541C5-BB73-43D1-BB80-8352BF737D48}" type="pres">
      <dgm:prSet presAssocID="{394F8037-847F-4A68-B4B5-DA049A5136DE}" presName="compNode" presStyleCnt="0"/>
      <dgm:spPr/>
    </dgm:pt>
    <dgm:pt modelId="{700EE403-FD56-4F1D-8356-35E8D6652792}" type="pres">
      <dgm:prSet presAssocID="{394F8037-847F-4A68-B4B5-DA049A5136DE}" presName="bgRect" presStyleLbl="bgShp" presStyleIdx="2" presStyleCnt="5"/>
      <dgm:spPr/>
    </dgm:pt>
    <dgm:pt modelId="{B5315D8E-4A00-4A9A-8983-596F58B16686}" type="pres">
      <dgm:prSet presAssocID="{394F8037-847F-4A68-B4B5-DA049A5136D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CCA68EBC-FD3B-48C1-9C9C-5127310D65D3}" type="pres">
      <dgm:prSet presAssocID="{394F8037-847F-4A68-B4B5-DA049A5136DE}" presName="spaceRect" presStyleCnt="0"/>
      <dgm:spPr/>
    </dgm:pt>
    <dgm:pt modelId="{A8589970-FDB8-4FCA-A85F-CA7DAD12F14E}" type="pres">
      <dgm:prSet presAssocID="{394F8037-847F-4A68-B4B5-DA049A5136DE}" presName="parTx" presStyleLbl="revTx" presStyleIdx="2" presStyleCnt="5">
        <dgm:presLayoutVars>
          <dgm:chMax val="0"/>
          <dgm:chPref val="0"/>
        </dgm:presLayoutVars>
      </dgm:prSet>
      <dgm:spPr/>
    </dgm:pt>
    <dgm:pt modelId="{BCA70855-0BA4-4CAE-B680-26440AD99922}" type="pres">
      <dgm:prSet presAssocID="{E376984C-DC0E-419C-81C0-7070AF6145D5}" presName="sibTrans" presStyleCnt="0"/>
      <dgm:spPr/>
    </dgm:pt>
    <dgm:pt modelId="{B610DA54-D2D5-4D7E-8675-ACDC7D9457D1}" type="pres">
      <dgm:prSet presAssocID="{BF86817E-C2F9-4308-BD9A-CFFE6168E8AA}" presName="compNode" presStyleCnt="0"/>
      <dgm:spPr/>
    </dgm:pt>
    <dgm:pt modelId="{DDCF268E-1BEC-416F-A97F-DBF16E3D3E4B}" type="pres">
      <dgm:prSet presAssocID="{BF86817E-C2F9-4308-BD9A-CFFE6168E8AA}" presName="bgRect" presStyleLbl="bgShp" presStyleIdx="3" presStyleCnt="5"/>
      <dgm:spPr/>
    </dgm:pt>
    <dgm:pt modelId="{A6775B9B-2D37-47CA-8D9B-ED93CA42F334}" type="pres">
      <dgm:prSet presAssocID="{BF86817E-C2F9-4308-BD9A-CFFE6168E8A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e de contrôle"/>
        </a:ext>
      </dgm:extLst>
    </dgm:pt>
    <dgm:pt modelId="{0BE05895-6CE3-4C51-884E-8971E9A60AA3}" type="pres">
      <dgm:prSet presAssocID="{BF86817E-C2F9-4308-BD9A-CFFE6168E8AA}" presName="spaceRect" presStyleCnt="0"/>
      <dgm:spPr/>
    </dgm:pt>
    <dgm:pt modelId="{F7196BE7-9F1B-4FE6-9BB7-81F5A5E3A9C1}" type="pres">
      <dgm:prSet presAssocID="{BF86817E-C2F9-4308-BD9A-CFFE6168E8AA}" presName="parTx" presStyleLbl="revTx" presStyleIdx="3" presStyleCnt="5">
        <dgm:presLayoutVars>
          <dgm:chMax val="0"/>
          <dgm:chPref val="0"/>
        </dgm:presLayoutVars>
      </dgm:prSet>
      <dgm:spPr/>
    </dgm:pt>
    <dgm:pt modelId="{3D50CF2C-E07F-4A40-9F60-EA098A2B9263}" type="pres">
      <dgm:prSet presAssocID="{3D468C6A-76FA-45DD-9796-C76A7C831741}" presName="sibTrans" presStyleCnt="0"/>
      <dgm:spPr/>
    </dgm:pt>
    <dgm:pt modelId="{6033F2EC-4BB7-4BB7-9DBE-583831E44530}" type="pres">
      <dgm:prSet presAssocID="{C715A211-4DCE-4CD7-B8E6-7B40C9EA79A2}" presName="compNode" presStyleCnt="0"/>
      <dgm:spPr/>
    </dgm:pt>
    <dgm:pt modelId="{C1CB6296-7DEC-472B-AF84-9DA2D24E035A}" type="pres">
      <dgm:prSet presAssocID="{C715A211-4DCE-4CD7-B8E6-7B40C9EA79A2}" presName="bgRect" presStyleLbl="bgShp" presStyleIdx="4" presStyleCnt="5"/>
      <dgm:spPr/>
    </dgm:pt>
    <dgm:pt modelId="{65227A46-F727-4EF0-8ADD-968BC81C5F8B}" type="pres">
      <dgm:prSet presAssocID="{C715A211-4DCE-4CD7-B8E6-7B40C9EA79A2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biné"/>
        </a:ext>
      </dgm:extLst>
    </dgm:pt>
    <dgm:pt modelId="{2A8EC4DC-BD66-40D5-BCDF-CEB647DE1FEF}" type="pres">
      <dgm:prSet presAssocID="{C715A211-4DCE-4CD7-B8E6-7B40C9EA79A2}" presName="spaceRect" presStyleCnt="0"/>
      <dgm:spPr/>
    </dgm:pt>
    <dgm:pt modelId="{32339252-D3C9-4E73-9677-6948A2C8388A}" type="pres">
      <dgm:prSet presAssocID="{C715A211-4DCE-4CD7-B8E6-7B40C9EA79A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76DCE17-236A-4A97-BD10-29D124696A56}" srcId="{A8FBCC30-9FBC-4D04-8292-C94D0D62A3D6}" destId="{C715A211-4DCE-4CD7-B8E6-7B40C9EA79A2}" srcOrd="4" destOrd="0" parTransId="{D9DBACB0-5356-40E5-8DA7-D62018DB430B}" sibTransId="{725D6FFB-D428-4A1C-9BC1-7B71394AFEFC}"/>
    <dgm:cxn modelId="{E27EED18-E7DD-4487-B615-3E160D49A5EF}" type="presOf" srcId="{E5DDC3FE-0265-4E27-936A-67C1AD9D5247}" destId="{76520CD4-5DD5-4BAC-AF6C-52287B0CD31A}" srcOrd="0" destOrd="0" presId="urn:microsoft.com/office/officeart/2018/2/layout/IconVerticalSolidList"/>
    <dgm:cxn modelId="{A6B04723-1AF7-43C1-8864-B209AF30469A}" type="presOf" srcId="{A8FBCC30-9FBC-4D04-8292-C94D0D62A3D6}" destId="{898F8DB5-204D-4401-A46A-4A625B4E8436}" srcOrd="0" destOrd="0" presId="urn:microsoft.com/office/officeart/2018/2/layout/IconVerticalSolidList"/>
    <dgm:cxn modelId="{A9357228-5540-4166-8337-693F0DACB335}" srcId="{A8FBCC30-9FBC-4D04-8292-C94D0D62A3D6}" destId="{394F8037-847F-4A68-B4B5-DA049A5136DE}" srcOrd="2" destOrd="0" parTransId="{E224EABE-39CE-48AF-B69E-A8C19B24F450}" sibTransId="{E376984C-DC0E-419C-81C0-7070AF6145D5}"/>
    <dgm:cxn modelId="{83DCE435-A8FD-4B59-8D86-D869C2373BBA}" srcId="{A8FBCC30-9FBC-4D04-8292-C94D0D62A3D6}" destId="{E5DDC3FE-0265-4E27-936A-67C1AD9D5247}" srcOrd="1" destOrd="0" parTransId="{2A1EF905-E6BE-498A-B1B0-37658D252C6F}" sibTransId="{F7BC2326-040D-4A7D-8ABE-7B0BEDD6D0E3}"/>
    <dgm:cxn modelId="{F717F939-E299-4F76-99FB-9DC26ACCC400}" type="presOf" srcId="{36F295D0-DBEA-4BDA-9B8C-04B79E34DA71}" destId="{E6218928-E508-453E-8AC3-FE6D9988E252}" srcOrd="0" destOrd="0" presId="urn:microsoft.com/office/officeart/2018/2/layout/IconVerticalSolidList"/>
    <dgm:cxn modelId="{E8BCB444-B68F-4056-B68C-B5C2642D6D5B}" type="presOf" srcId="{394F8037-847F-4A68-B4B5-DA049A5136DE}" destId="{A8589970-FDB8-4FCA-A85F-CA7DAD12F14E}" srcOrd="0" destOrd="0" presId="urn:microsoft.com/office/officeart/2018/2/layout/IconVerticalSolidList"/>
    <dgm:cxn modelId="{C9975B6A-F8F2-4E02-9C80-7F0865B6A4D0}" srcId="{A8FBCC30-9FBC-4D04-8292-C94D0D62A3D6}" destId="{36F295D0-DBEA-4BDA-9B8C-04B79E34DA71}" srcOrd="0" destOrd="0" parTransId="{EDE10C26-106E-4032-90A4-DBC062A2E336}" sibTransId="{5B4F1D1B-01B6-462F-B05B-B88373C8BD2D}"/>
    <dgm:cxn modelId="{125CC54A-A992-48BC-BA30-F877431FEDE0}" srcId="{A8FBCC30-9FBC-4D04-8292-C94D0D62A3D6}" destId="{BF86817E-C2F9-4308-BD9A-CFFE6168E8AA}" srcOrd="3" destOrd="0" parTransId="{895E1C00-CF75-40F7-B101-E4608122716D}" sibTransId="{3D468C6A-76FA-45DD-9796-C76A7C831741}"/>
    <dgm:cxn modelId="{1A38C1BD-5561-43C6-B0F1-88A16B496DC5}" type="presOf" srcId="{BF86817E-C2F9-4308-BD9A-CFFE6168E8AA}" destId="{F7196BE7-9F1B-4FE6-9BB7-81F5A5E3A9C1}" srcOrd="0" destOrd="0" presId="urn:microsoft.com/office/officeart/2018/2/layout/IconVerticalSolidList"/>
    <dgm:cxn modelId="{C84F74E1-7E83-41AC-9D27-66AB53C90A00}" type="presOf" srcId="{C715A211-4DCE-4CD7-B8E6-7B40C9EA79A2}" destId="{32339252-D3C9-4E73-9677-6948A2C8388A}" srcOrd="0" destOrd="0" presId="urn:microsoft.com/office/officeart/2018/2/layout/IconVerticalSolidList"/>
    <dgm:cxn modelId="{B0700B57-38A2-45B6-BAF9-32C8ADD77F32}" type="presParOf" srcId="{898F8DB5-204D-4401-A46A-4A625B4E8436}" destId="{D8E7E248-61AC-411A-A6AC-678FAD2021A4}" srcOrd="0" destOrd="0" presId="urn:microsoft.com/office/officeart/2018/2/layout/IconVerticalSolidList"/>
    <dgm:cxn modelId="{18F8D42A-3DE0-437B-B846-E768B95FDC44}" type="presParOf" srcId="{D8E7E248-61AC-411A-A6AC-678FAD2021A4}" destId="{30BD8876-6C12-4AFA-9D8D-998111148CAB}" srcOrd="0" destOrd="0" presId="urn:microsoft.com/office/officeart/2018/2/layout/IconVerticalSolidList"/>
    <dgm:cxn modelId="{D675D4E3-0579-41CB-BAEC-24C89832F2BB}" type="presParOf" srcId="{D8E7E248-61AC-411A-A6AC-678FAD2021A4}" destId="{6D685358-FBF6-4C49-92AE-2FF555DC59F3}" srcOrd="1" destOrd="0" presId="urn:microsoft.com/office/officeart/2018/2/layout/IconVerticalSolidList"/>
    <dgm:cxn modelId="{456E1115-7538-496D-954D-3633734FA0CA}" type="presParOf" srcId="{D8E7E248-61AC-411A-A6AC-678FAD2021A4}" destId="{D4400258-A933-466A-AB4D-DF7D22B9051E}" srcOrd="2" destOrd="0" presId="urn:microsoft.com/office/officeart/2018/2/layout/IconVerticalSolidList"/>
    <dgm:cxn modelId="{BCBB19A9-4EE6-4BC0-844E-06F98F23210B}" type="presParOf" srcId="{D8E7E248-61AC-411A-A6AC-678FAD2021A4}" destId="{E6218928-E508-453E-8AC3-FE6D9988E252}" srcOrd="3" destOrd="0" presId="urn:microsoft.com/office/officeart/2018/2/layout/IconVerticalSolidList"/>
    <dgm:cxn modelId="{ABD5F312-D17C-4ABA-B5C8-D9E04B34F451}" type="presParOf" srcId="{898F8DB5-204D-4401-A46A-4A625B4E8436}" destId="{1C8A0DDA-73B8-4327-BD84-635A19CCEED7}" srcOrd="1" destOrd="0" presId="urn:microsoft.com/office/officeart/2018/2/layout/IconVerticalSolidList"/>
    <dgm:cxn modelId="{C8484600-5B3F-4407-9514-AECC6A3CF756}" type="presParOf" srcId="{898F8DB5-204D-4401-A46A-4A625B4E8436}" destId="{9F56D1AB-9C91-4554-8295-2519F8A909EC}" srcOrd="2" destOrd="0" presId="urn:microsoft.com/office/officeart/2018/2/layout/IconVerticalSolidList"/>
    <dgm:cxn modelId="{573E09BB-34A7-4AAA-8B2F-CBC3A2721F15}" type="presParOf" srcId="{9F56D1AB-9C91-4554-8295-2519F8A909EC}" destId="{F59B10A9-FC29-413C-A223-C8C03FF70C51}" srcOrd="0" destOrd="0" presId="urn:microsoft.com/office/officeart/2018/2/layout/IconVerticalSolidList"/>
    <dgm:cxn modelId="{DAAEEA9B-531F-49CD-A31A-FE235ABE1AD2}" type="presParOf" srcId="{9F56D1AB-9C91-4554-8295-2519F8A909EC}" destId="{7D9A9B09-3172-4C76-8656-BB0FD4991A06}" srcOrd="1" destOrd="0" presId="urn:microsoft.com/office/officeart/2018/2/layout/IconVerticalSolidList"/>
    <dgm:cxn modelId="{2EA2D446-FAF3-4DC2-A69B-B9949CB060E5}" type="presParOf" srcId="{9F56D1AB-9C91-4554-8295-2519F8A909EC}" destId="{0756E2AE-356E-4A15-BC1F-144D8A05BB6D}" srcOrd="2" destOrd="0" presId="urn:microsoft.com/office/officeart/2018/2/layout/IconVerticalSolidList"/>
    <dgm:cxn modelId="{DF1A7F0B-9466-454F-9D79-D93417BF4D7B}" type="presParOf" srcId="{9F56D1AB-9C91-4554-8295-2519F8A909EC}" destId="{76520CD4-5DD5-4BAC-AF6C-52287B0CD31A}" srcOrd="3" destOrd="0" presId="urn:microsoft.com/office/officeart/2018/2/layout/IconVerticalSolidList"/>
    <dgm:cxn modelId="{10E045C4-A880-4195-8B0E-1B7CA25FDD6E}" type="presParOf" srcId="{898F8DB5-204D-4401-A46A-4A625B4E8436}" destId="{2351BE66-9CCC-432A-8545-AB2D838BB988}" srcOrd="3" destOrd="0" presId="urn:microsoft.com/office/officeart/2018/2/layout/IconVerticalSolidList"/>
    <dgm:cxn modelId="{6650342E-6E4D-463E-A035-FCC13AE1270E}" type="presParOf" srcId="{898F8DB5-204D-4401-A46A-4A625B4E8436}" destId="{5E6541C5-BB73-43D1-BB80-8352BF737D48}" srcOrd="4" destOrd="0" presId="urn:microsoft.com/office/officeart/2018/2/layout/IconVerticalSolidList"/>
    <dgm:cxn modelId="{BD043542-26DE-49FE-A29B-3599529C1CC6}" type="presParOf" srcId="{5E6541C5-BB73-43D1-BB80-8352BF737D48}" destId="{700EE403-FD56-4F1D-8356-35E8D6652792}" srcOrd="0" destOrd="0" presId="urn:microsoft.com/office/officeart/2018/2/layout/IconVerticalSolidList"/>
    <dgm:cxn modelId="{C81188F2-CDC5-400E-94D5-C714E407300B}" type="presParOf" srcId="{5E6541C5-BB73-43D1-BB80-8352BF737D48}" destId="{B5315D8E-4A00-4A9A-8983-596F58B16686}" srcOrd="1" destOrd="0" presId="urn:microsoft.com/office/officeart/2018/2/layout/IconVerticalSolidList"/>
    <dgm:cxn modelId="{C07ED20D-0571-4390-8DB3-F13A3BA04A96}" type="presParOf" srcId="{5E6541C5-BB73-43D1-BB80-8352BF737D48}" destId="{CCA68EBC-FD3B-48C1-9C9C-5127310D65D3}" srcOrd="2" destOrd="0" presId="urn:microsoft.com/office/officeart/2018/2/layout/IconVerticalSolidList"/>
    <dgm:cxn modelId="{E5F8DFD0-496B-44D2-BBB2-DC62820B0945}" type="presParOf" srcId="{5E6541C5-BB73-43D1-BB80-8352BF737D48}" destId="{A8589970-FDB8-4FCA-A85F-CA7DAD12F14E}" srcOrd="3" destOrd="0" presId="urn:microsoft.com/office/officeart/2018/2/layout/IconVerticalSolidList"/>
    <dgm:cxn modelId="{9B3A943D-1A04-4609-8F67-C1D289EF6282}" type="presParOf" srcId="{898F8DB5-204D-4401-A46A-4A625B4E8436}" destId="{BCA70855-0BA4-4CAE-B680-26440AD99922}" srcOrd="5" destOrd="0" presId="urn:microsoft.com/office/officeart/2018/2/layout/IconVerticalSolidList"/>
    <dgm:cxn modelId="{7504E60A-E1C7-4723-A3BD-B36A1388EC20}" type="presParOf" srcId="{898F8DB5-204D-4401-A46A-4A625B4E8436}" destId="{B610DA54-D2D5-4D7E-8675-ACDC7D9457D1}" srcOrd="6" destOrd="0" presId="urn:microsoft.com/office/officeart/2018/2/layout/IconVerticalSolidList"/>
    <dgm:cxn modelId="{8AFFD9B4-4671-49E5-BC5A-9BDB9F9BD928}" type="presParOf" srcId="{B610DA54-D2D5-4D7E-8675-ACDC7D9457D1}" destId="{DDCF268E-1BEC-416F-A97F-DBF16E3D3E4B}" srcOrd="0" destOrd="0" presId="urn:microsoft.com/office/officeart/2018/2/layout/IconVerticalSolidList"/>
    <dgm:cxn modelId="{EC66FA39-7ECF-404C-85AF-045048E6B92F}" type="presParOf" srcId="{B610DA54-D2D5-4D7E-8675-ACDC7D9457D1}" destId="{A6775B9B-2D37-47CA-8D9B-ED93CA42F334}" srcOrd="1" destOrd="0" presId="urn:microsoft.com/office/officeart/2018/2/layout/IconVerticalSolidList"/>
    <dgm:cxn modelId="{202C108E-819B-4B25-A9FD-0857D5C4F129}" type="presParOf" srcId="{B610DA54-D2D5-4D7E-8675-ACDC7D9457D1}" destId="{0BE05895-6CE3-4C51-884E-8971E9A60AA3}" srcOrd="2" destOrd="0" presId="urn:microsoft.com/office/officeart/2018/2/layout/IconVerticalSolidList"/>
    <dgm:cxn modelId="{FE14C45C-1940-4F5F-8861-098B4041F486}" type="presParOf" srcId="{B610DA54-D2D5-4D7E-8675-ACDC7D9457D1}" destId="{F7196BE7-9F1B-4FE6-9BB7-81F5A5E3A9C1}" srcOrd="3" destOrd="0" presId="urn:microsoft.com/office/officeart/2018/2/layout/IconVerticalSolidList"/>
    <dgm:cxn modelId="{ADFE1A00-4964-46BD-AE4A-86E0EAD6C389}" type="presParOf" srcId="{898F8DB5-204D-4401-A46A-4A625B4E8436}" destId="{3D50CF2C-E07F-4A40-9F60-EA098A2B9263}" srcOrd="7" destOrd="0" presId="urn:microsoft.com/office/officeart/2018/2/layout/IconVerticalSolidList"/>
    <dgm:cxn modelId="{9653972B-4A5B-4EB8-B851-35A84FC17F24}" type="presParOf" srcId="{898F8DB5-204D-4401-A46A-4A625B4E8436}" destId="{6033F2EC-4BB7-4BB7-9DBE-583831E44530}" srcOrd="8" destOrd="0" presId="urn:microsoft.com/office/officeart/2018/2/layout/IconVerticalSolidList"/>
    <dgm:cxn modelId="{9F40895A-2BFE-4622-BDAF-4894F428FF1E}" type="presParOf" srcId="{6033F2EC-4BB7-4BB7-9DBE-583831E44530}" destId="{C1CB6296-7DEC-472B-AF84-9DA2D24E035A}" srcOrd="0" destOrd="0" presId="urn:microsoft.com/office/officeart/2018/2/layout/IconVerticalSolidList"/>
    <dgm:cxn modelId="{48239183-A664-4D68-ACB3-AABE91E18EC1}" type="presParOf" srcId="{6033F2EC-4BB7-4BB7-9DBE-583831E44530}" destId="{65227A46-F727-4EF0-8ADD-968BC81C5F8B}" srcOrd="1" destOrd="0" presId="urn:microsoft.com/office/officeart/2018/2/layout/IconVerticalSolidList"/>
    <dgm:cxn modelId="{4C7F5288-A4CE-468F-A874-6364ADAAFC7C}" type="presParOf" srcId="{6033F2EC-4BB7-4BB7-9DBE-583831E44530}" destId="{2A8EC4DC-BD66-40D5-BCDF-CEB647DE1FEF}" srcOrd="2" destOrd="0" presId="urn:microsoft.com/office/officeart/2018/2/layout/IconVerticalSolidList"/>
    <dgm:cxn modelId="{1409EC60-83D3-47FB-B6AE-7DF8080F5F69}" type="presParOf" srcId="{6033F2EC-4BB7-4BB7-9DBE-583831E44530}" destId="{32339252-D3C9-4E73-9677-6948A2C838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BD8876-6C12-4AFA-9D8D-998111148CAB}">
      <dsp:nvSpPr>
        <dsp:cNvPr id="0" name=""/>
        <dsp:cNvSpPr/>
      </dsp:nvSpPr>
      <dsp:spPr>
        <a:xfrm>
          <a:off x="0" y="3598"/>
          <a:ext cx="6046132" cy="766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85358-FBF6-4C49-92AE-2FF555DC59F3}">
      <dsp:nvSpPr>
        <dsp:cNvPr id="0" name=""/>
        <dsp:cNvSpPr/>
      </dsp:nvSpPr>
      <dsp:spPr>
        <a:xfrm>
          <a:off x="231849" y="176048"/>
          <a:ext cx="421544" cy="42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18928-E508-453E-8AC3-FE6D9988E252}">
      <dsp:nvSpPr>
        <dsp:cNvPr id="0" name=""/>
        <dsp:cNvSpPr/>
      </dsp:nvSpPr>
      <dsp:spPr>
        <a:xfrm>
          <a:off x="885243" y="3598"/>
          <a:ext cx="5160889" cy="766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15" tIns="81115" rIns="81115" bIns="8111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Étudiants déposer horaire </a:t>
          </a:r>
          <a:endParaRPr lang="en-US" sz="1900" kern="1200"/>
        </a:p>
      </dsp:txBody>
      <dsp:txXfrm>
        <a:off x="885243" y="3598"/>
        <a:ext cx="5160889" cy="766444"/>
      </dsp:txXfrm>
    </dsp:sp>
    <dsp:sp modelId="{F59B10A9-FC29-413C-A223-C8C03FF70C51}">
      <dsp:nvSpPr>
        <dsp:cNvPr id="0" name=""/>
        <dsp:cNvSpPr/>
      </dsp:nvSpPr>
      <dsp:spPr>
        <a:xfrm>
          <a:off x="0" y="961654"/>
          <a:ext cx="6046132" cy="766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9A9B09-3172-4C76-8656-BB0FD4991A06}">
      <dsp:nvSpPr>
        <dsp:cNvPr id="0" name=""/>
        <dsp:cNvSpPr/>
      </dsp:nvSpPr>
      <dsp:spPr>
        <a:xfrm>
          <a:off x="231849" y="1134104"/>
          <a:ext cx="421544" cy="42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20CD4-5DD5-4BAC-AF6C-52287B0CD31A}">
      <dsp:nvSpPr>
        <dsp:cNvPr id="0" name=""/>
        <dsp:cNvSpPr/>
      </dsp:nvSpPr>
      <dsp:spPr>
        <a:xfrm>
          <a:off x="885243" y="961654"/>
          <a:ext cx="5160889" cy="766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15" tIns="81115" rIns="81115" bIns="8111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Système groupe</a:t>
          </a:r>
          <a:endParaRPr lang="en-US" sz="1900" kern="1200"/>
        </a:p>
      </dsp:txBody>
      <dsp:txXfrm>
        <a:off x="885243" y="961654"/>
        <a:ext cx="5160889" cy="766444"/>
      </dsp:txXfrm>
    </dsp:sp>
    <dsp:sp modelId="{700EE403-FD56-4F1D-8356-35E8D6652792}">
      <dsp:nvSpPr>
        <dsp:cNvPr id="0" name=""/>
        <dsp:cNvSpPr/>
      </dsp:nvSpPr>
      <dsp:spPr>
        <a:xfrm>
          <a:off x="0" y="1919710"/>
          <a:ext cx="6046132" cy="766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315D8E-4A00-4A9A-8983-596F58B16686}">
      <dsp:nvSpPr>
        <dsp:cNvPr id="0" name=""/>
        <dsp:cNvSpPr/>
      </dsp:nvSpPr>
      <dsp:spPr>
        <a:xfrm>
          <a:off x="231849" y="2092160"/>
          <a:ext cx="421544" cy="42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89970-FDB8-4FCA-A85F-CA7DAD12F14E}">
      <dsp:nvSpPr>
        <dsp:cNvPr id="0" name=""/>
        <dsp:cNvSpPr/>
      </dsp:nvSpPr>
      <dsp:spPr>
        <a:xfrm>
          <a:off x="885243" y="1919710"/>
          <a:ext cx="5160889" cy="766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15" tIns="81115" rIns="81115" bIns="8111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Trouver temps libre commun</a:t>
          </a:r>
          <a:endParaRPr lang="en-US" sz="1900" kern="1200"/>
        </a:p>
      </dsp:txBody>
      <dsp:txXfrm>
        <a:off x="885243" y="1919710"/>
        <a:ext cx="5160889" cy="766444"/>
      </dsp:txXfrm>
    </dsp:sp>
    <dsp:sp modelId="{DDCF268E-1BEC-416F-A97F-DBF16E3D3E4B}">
      <dsp:nvSpPr>
        <dsp:cNvPr id="0" name=""/>
        <dsp:cNvSpPr/>
      </dsp:nvSpPr>
      <dsp:spPr>
        <a:xfrm>
          <a:off x="0" y="2877766"/>
          <a:ext cx="6046132" cy="766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775B9B-2D37-47CA-8D9B-ED93CA42F334}">
      <dsp:nvSpPr>
        <dsp:cNvPr id="0" name=""/>
        <dsp:cNvSpPr/>
      </dsp:nvSpPr>
      <dsp:spPr>
        <a:xfrm>
          <a:off x="231849" y="3050216"/>
          <a:ext cx="421544" cy="42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196BE7-9F1B-4FE6-9BB7-81F5A5E3A9C1}">
      <dsp:nvSpPr>
        <dsp:cNvPr id="0" name=""/>
        <dsp:cNvSpPr/>
      </dsp:nvSpPr>
      <dsp:spPr>
        <a:xfrm>
          <a:off x="885243" y="2877766"/>
          <a:ext cx="5160889" cy="766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15" tIns="81115" rIns="81115" bIns="8111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Planifier tâches</a:t>
          </a:r>
          <a:endParaRPr lang="en-US" sz="1900" kern="1200"/>
        </a:p>
      </dsp:txBody>
      <dsp:txXfrm>
        <a:off x="885243" y="2877766"/>
        <a:ext cx="5160889" cy="766444"/>
      </dsp:txXfrm>
    </dsp:sp>
    <dsp:sp modelId="{C1CB6296-7DEC-472B-AF84-9DA2D24E035A}">
      <dsp:nvSpPr>
        <dsp:cNvPr id="0" name=""/>
        <dsp:cNvSpPr/>
      </dsp:nvSpPr>
      <dsp:spPr>
        <a:xfrm>
          <a:off x="0" y="3835822"/>
          <a:ext cx="6046132" cy="766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227A46-F727-4EF0-8ADD-968BC81C5F8B}">
      <dsp:nvSpPr>
        <dsp:cNvPr id="0" name=""/>
        <dsp:cNvSpPr/>
      </dsp:nvSpPr>
      <dsp:spPr>
        <a:xfrm>
          <a:off x="231849" y="4008272"/>
          <a:ext cx="421544" cy="42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339252-D3C9-4E73-9677-6948A2C8388A}">
      <dsp:nvSpPr>
        <dsp:cNvPr id="0" name=""/>
        <dsp:cNvSpPr/>
      </dsp:nvSpPr>
      <dsp:spPr>
        <a:xfrm>
          <a:off x="885243" y="3835822"/>
          <a:ext cx="5160889" cy="766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15" tIns="81115" rIns="81115" bIns="8111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Système messagerie</a:t>
          </a:r>
          <a:endParaRPr lang="en-US" sz="1900" kern="1200"/>
        </a:p>
      </dsp:txBody>
      <dsp:txXfrm>
        <a:off x="885243" y="3835822"/>
        <a:ext cx="5160889" cy="766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290B2-4223-4BBD-93ED-8835C1FE6B29}" type="datetimeFigureOut">
              <a:rPr lang="fr-CA" smtClean="0"/>
              <a:t>17/05/26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F8FEB-E3DC-4547-8858-591E1C63F79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033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3076-5839-409C-9CDF-CC5F740A3DEB}" type="datetime1">
              <a:rPr lang="fr-CA" smtClean="0"/>
              <a:t>17/05/26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64511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40CA8-5C1F-4424-9417-9A34D2699330}" type="datetime1">
              <a:rPr lang="fr-CA" smtClean="0"/>
              <a:t>17/05/26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7695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9BA28-3800-4DA9-96F8-7802FDCB7A3A}" type="datetime1">
              <a:rPr lang="fr-CA" smtClean="0"/>
              <a:t>17/05/26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396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DB979-BF0F-4B99-A118-E228E8943DB2}" type="datetime1">
              <a:rPr lang="fr-CA" smtClean="0"/>
              <a:t>17/05/26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35721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EAB7-549B-4D85-84E4-40CBD25AE20A}" type="datetime1">
              <a:rPr lang="fr-CA" smtClean="0"/>
              <a:t>17/05/26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3122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D203-5B80-42D7-890E-E6434426283F}" type="datetime1">
              <a:rPr lang="fr-CA" smtClean="0"/>
              <a:t>17/05/26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87780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6DA39-8FD6-4C79-A2C2-498DD8DD01FB}" type="datetime1">
              <a:rPr lang="fr-CA" smtClean="0"/>
              <a:t>17/05/26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67474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D055-DDC2-4D06-B306-F4F4DA8599E6}" type="datetime1">
              <a:rPr lang="fr-CA" smtClean="0"/>
              <a:t>17/05/26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96896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DF60A7A-BED6-41E5-B5CB-B0C90B8207A6}" type="datetime1">
              <a:rPr lang="fr-CA" smtClean="0"/>
              <a:t>17/05/26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39271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5859-9123-46AD-BD11-71763A2B9961}" type="datetime1">
              <a:rPr lang="fr-CA" smtClean="0"/>
              <a:t>17/05/26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39389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CCF1-4484-4BA1-87CA-EA248080B9EE}" type="datetime1">
              <a:rPr lang="fr-CA" smtClean="0"/>
              <a:t>17/05/26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0539037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CCF1-4484-4BA1-87CA-EA248080B9EE}" type="datetime1">
              <a:rPr lang="fr-CA" smtClean="0"/>
              <a:t>17/05/26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553320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EDE52-B531-4617-B112-FDAAD605885E}" type="datetime1">
              <a:rPr lang="fr-CA" smtClean="0"/>
              <a:t>17/05/26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95825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CCF1-4484-4BA1-87CA-EA248080B9EE}" type="datetime1">
              <a:rPr lang="fr-CA" smtClean="0"/>
              <a:t>17/05/26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4823857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CCF1-4484-4BA1-87CA-EA248080B9EE}" type="datetime1">
              <a:rPr lang="fr-CA" smtClean="0"/>
              <a:t>17/05/26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967280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7935-9202-4CF4-9BA2-1ACF94FFE7A5}" type="datetime1">
              <a:rPr lang="fr-CA" smtClean="0"/>
              <a:t>17/05/26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28640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9B90-A8CC-41C3-AC58-9849854D370B}" type="datetime1">
              <a:rPr lang="fr-CA" smtClean="0"/>
              <a:t>17/05/26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5064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2C5CCF1-4484-4BA1-87CA-EA248080B9EE}" type="datetime1">
              <a:rPr lang="fr-CA" smtClean="0"/>
              <a:t>17/05/26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F7FBC5A-8975-4437-B6D4-E0273545084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267915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62164E-4528-40DB-BC26-D6DDE216A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rgbClr val="363D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F30007FA-C6A2-43A0-8045-7016AEF81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322895"/>
          </a:xfrm>
          <a:custGeom>
            <a:avLst/>
            <a:gdLst>
              <a:gd name="connsiteX0" fmla="*/ 0 w 12192000"/>
              <a:gd name="connsiteY0" fmla="*/ 0 h 5322895"/>
              <a:gd name="connsiteX1" fmla="*/ 12192000 w 12192000"/>
              <a:gd name="connsiteY1" fmla="*/ 0 h 5322895"/>
              <a:gd name="connsiteX2" fmla="*/ 12192000 w 12192000"/>
              <a:gd name="connsiteY2" fmla="*/ 213719 h 5322895"/>
              <a:gd name="connsiteX3" fmla="*/ 12192000 w 12192000"/>
              <a:gd name="connsiteY3" fmla="*/ 471948 h 5322895"/>
              <a:gd name="connsiteX4" fmla="*/ 12192000 w 12192000"/>
              <a:gd name="connsiteY4" fmla="*/ 3571886 h 5322895"/>
              <a:gd name="connsiteX5" fmla="*/ 12192000 w 12192000"/>
              <a:gd name="connsiteY5" fmla="*/ 3753332 h 5322895"/>
              <a:gd name="connsiteX6" fmla="*/ 12192000 w 12192000"/>
              <a:gd name="connsiteY6" fmla="*/ 4806077 h 5322895"/>
              <a:gd name="connsiteX7" fmla="*/ 11957522 w 12192000"/>
              <a:gd name="connsiteY7" fmla="*/ 4849979 h 5322895"/>
              <a:gd name="connsiteX8" fmla="*/ 11679973 w 12192000"/>
              <a:gd name="connsiteY8" fmla="*/ 4899723 h 5322895"/>
              <a:gd name="connsiteX9" fmla="*/ 11401197 w 12192000"/>
              <a:gd name="connsiteY9" fmla="*/ 4948416 h 5322895"/>
              <a:gd name="connsiteX10" fmla="*/ 11121192 w 12192000"/>
              <a:gd name="connsiteY10" fmla="*/ 4990102 h 5322895"/>
              <a:gd name="connsiteX11" fmla="*/ 10842416 w 12192000"/>
              <a:gd name="connsiteY11" fmla="*/ 5032139 h 5322895"/>
              <a:gd name="connsiteX12" fmla="*/ 10562411 w 12192000"/>
              <a:gd name="connsiteY12" fmla="*/ 5071374 h 5322895"/>
              <a:gd name="connsiteX13" fmla="*/ 10286091 w 12192000"/>
              <a:gd name="connsiteY13" fmla="*/ 5105003 h 5322895"/>
              <a:gd name="connsiteX14" fmla="*/ 10006086 w 12192000"/>
              <a:gd name="connsiteY14" fmla="*/ 5136881 h 5322895"/>
              <a:gd name="connsiteX15" fmla="*/ 9727310 w 12192000"/>
              <a:gd name="connsiteY15" fmla="*/ 5165957 h 5322895"/>
              <a:gd name="connsiteX16" fmla="*/ 9453445 w 12192000"/>
              <a:gd name="connsiteY16" fmla="*/ 5191179 h 5322895"/>
              <a:gd name="connsiteX17" fmla="*/ 9175897 w 12192000"/>
              <a:gd name="connsiteY17" fmla="*/ 5216401 h 5322895"/>
              <a:gd name="connsiteX18" fmla="*/ 8902033 w 12192000"/>
              <a:gd name="connsiteY18" fmla="*/ 5237420 h 5322895"/>
              <a:gd name="connsiteX19" fmla="*/ 8628169 w 12192000"/>
              <a:gd name="connsiteY19" fmla="*/ 5253884 h 5322895"/>
              <a:gd name="connsiteX20" fmla="*/ 8355533 w 12192000"/>
              <a:gd name="connsiteY20" fmla="*/ 5271050 h 5322895"/>
              <a:gd name="connsiteX21" fmla="*/ 8085353 w 12192000"/>
              <a:gd name="connsiteY21" fmla="*/ 5285412 h 5322895"/>
              <a:gd name="connsiteX22" fmla="*/ 7817629 w 12192000"/>
              <a:gd name="connsiteY22" fmla="*/ 5295571 h 5322895"/>
              <a:gd name="connsiteX23" fmla="*/ 7549905 w 12192000"/>
              <a:gd name="connsiteY23" fmla="*/ 5304329 h 5322895"/>
              <a:gd name="connsiteX24" fmla="*/ 7284638 w 12192000"/>
              <a:gd name="connsiteY24" fmla="*/ 5312736 h 5322895"/>
              <a:gd name="connsiteX25" fmla="*/ 7023055 w 12192000"/>
              <a:gd name="connsiteY25" fmla="*/ 5316590 h 5322895"/>
              <a:gd name="connsiteX26" fmla="*/ 6761472 w 12192000"/>
              <a:gd name="connsiteY26" fmla="*/ 5320793 h 5322895"/>
              <a:gd name="connsiteX27" fmla="*/ 6503573 w 12192000"/>
              <a:gd name="connsiteY27" fmla="*/ 5322895 h 5322895"/>
              <a:gd name="connsiteX28" fmla="*/ 6248130 w 12192000"/>
              <a:gd name="connsiteY28" fmla="*/ 5320793 h 5322895"/>
              <a:gd name="connsiteX29" fmla="*/ 5995144 w 12192000"/>
              <a:gd name="connsiteY29" fmla="*/ 5320793 h 5322895"/>
              <a:gd name="connsiteX30" fmla="*/ 5744613 w 12192000"/>
              <a:gd name="connsiteY30" fmla="*/ 5316590 h 5322895"/>
              <a:gd name="connsiteX31" fmla="*/ 5498995 w 12192000"/>
              <a:gd name="connsiteY31" fmla="*/ 5310284 h 5322895"/>
              <a:gd name="connsiteX32" fmla="*/ 5255834 w 12192000"/>
              <a:gd name="connsiteY32" fmla="*/ 5304329 h 5322895"/>
              <a:gd name="connsiteX33" fmla="*/ 5017584 w 12192000"/>
              <a:gd name="connsiteY33" fmla="*/ 5297673 h 5322895"/>
              <a:gd name="connsiteX34" fmla="*/ 4780562 w 12192000"/>
              <a:gd name="connsiteY34" fmla="*/ 5287514 h 5322895"/>
              <a:gd name="connsiteX35" fmla="*/ 4547227 w 12192000"/>
              <a:gd name="connsiteY35" fmla="*/ 5276654 h 5322895"/>
              <a:gd name="connsiteX36" fmla="*/ 4318800 w 12192000"/>
              <a:gd name="connsiteY36" fmla="*/ 5266846 h 5322895"/>
              <a:gd name="connsiteX37" fmla="*/ 3873004 w 12192000"/>
              <a:gd name="connsiteY37" fmla="*/ 5239171 h 5322895"/>
              <a:gd name="connsiteX38" fmla="*/ 3445628 w 12192000"/>
              <a:gd name="connsiteY38" fmla="*/ 5209746 h 5322895"/>
              <a:gd name="connsiteX39" fmla="*/ 3035446 w 12192000"/>
              <a:gd name="connsiteY39" fmla="*/ 5178918 h 5322895"/>
              <a:gd name="connsiteX40" fmla="*/ 2647370 w 12192000"/>
              <a:gd name="connsiteY40" fmla="*/ 5144939 h 5322895"/>
              <a:gd name="connsiteX41" fmla="*/ 2276487 w 12192000"/>
              <a:gd name="connsiteY41" fmla="*/ 5109557 h 5322895"/>
              <a:gd name="connsiteX42" fmla="*/ 1932621 w 12192000"/>
              <a:gd name="connsiteY42" fmla="*/ 5071374 h 5322895"/>
              <a:gd name="connsiteX43" fmla="*/ 1609634 w 12192000"/>
              <a:gd name="connsiteY43" fmla="*/ 5033891 h 5322895"/>
              <a:gd name="connsiteX44" fmla="*/ 1312435 w 12192000"/>
              <a:gd name="connsiteY44" fmla="*/ 4996408 h 5322895"/>
              <a:gd name="connsiteX45" fmla="*/ 1039799 w 12192000"/>
              <a:gd name="connsiteY45" fmla="*/ 4961027 h 5322895"/>
              <a:gd name="connsiteX46" fmla="*/ 797865 w 12192000"/>
              <a:gd name="connsiteY46" fmla="*/ 4927397 h 5322895"/>
              <a:gd name="connsiteX47" fmla="*/ 579265 w 12192000"/>
              <a:gd name="connsiteY47" fmla="*/ 4895519 h 5322895"/>
              <a:gd name="connsiteX48" fmla="*/ 395052 w 12192000"/>
              <a:gd name="connsiteY48" fmla="*/ 4868896 h 5322895"/>
              <a:gd name="connsiteX49" fmla="*/ 240312 w 12192000"/>
              <a:gd name="connsiteY49" fmla="*/ 4843673 h 5322895"/>
              <a:gd name="connsiteX50" fmla="*/ 27853 w 12192000"/>
              <a:gd name="connsiteY50" fmla="*/ 4807592 h 5322895"/>
              <a:gd name="connsiteX51" fmla="*/ 0 w 12192000"/>
              <a:gd name="connsiteY51" fmla="*/ 4802879 h 5322895"/>
              <a:gd name="connsiteX52" fmla="*/ 0 w 12192000"/>
              <a:gd name="connsiteY52" fmla="*/ 3753332 h 5322895"/>
              <a:gd name="connsiteX53" fmla="*/ 0 w 12192000"/>
              <a:gd name="connsiteY53" fmla="*/ 3571886 h 5322895"/>
              <a:gd name="connsiteX54" fmla="*/ 0 w 12192000"/>
              <a:gd name="connsiteY54" fmla="*/ 471948 h 5322895"/>
              <a:gd name="connsiteX55" fmla="*/ 0 w 12192000"/>
              <a:gd name="connsiteY55" fmla="*/ 213719 h 532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5322895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3571886"/>
                </a:lnTo>
                <a:lnTo>
                  <a:pt x="12192000" y="3753332"/>
                </a:lnTo>
                <a:lnTo>
                  <a:pt x="12192000" y="4806077"/>
                </a:lnTo>
                <a:lnTo>
                  <a:pt x="11957522" y="4849979"/>
                </a:lnTo>
                <a:lnTo>
                  <a:pt x="11679973" y="4899723"/>
                </a:lnTo>
                <a:lnTo>
                  <a:pt x="11401197" y="4948416"/>
                </a:lnTo>
                <a:lnTo>
                  <a:pt x="11121192" y="4990102"/>
                </a:lnTo>
                <a:lnTo>
                  <a:pt x="10842416" y="5032139"/>
                </a:lnTo>
                <a:lnTo>
                  <a:pt x="10562411" y="5071374"/>
                </a:lnTo>
                <a:lnTo>
                  <a:pt x="10286091" y="5105003"/>
                </a:lnTo>
                <a:lnTo>
                  <a:pt x="10006086" y="5136881"/>
                </a:lnTo>
                <a:lnTo>
                  <a:pt x="9727310" y="5165957"/>
                </a:lnTo>
                <a:lnTo>
                  <a:pt x="9453445" y="5191179"/>
                </a:lnTo>
                <a:lnTo>
                  <a:pt x="9175897" y="5216401"/>
                </a:lnTo>
                <a:lnTo>
                  <a:pt x="8902033" y="5237420"/>
                </a:lnTo>
                <a:lnTo>
                  <a:pt x="8628169" y="5253884"/>
                </a:lnTo>
                <a:lnTo>
                  <a:pt x="8355533" y="5271050"/>
                </a:lnTo>
                <a:lnTo>
                  <a:pt x="8085353" y="5285412"/>
                </a:lnTo>
                <a:lnTo>
                  <a:pt x="7817629" y="5295571"/>
                </a:lnTo>
                <a:lnTo>
                  <a:pt x="7549905" y="5304329"/>
                </a:lnTo>
                <a:lnTo>
                  <a:pt x="7284638" y="5312736"/>
                </a:lnTo>
                <a:lnTo>
                  <a:pt x="7023055" y="5316590"/>
                </a:lnTo>
                <a:lnTo>
                  <a:pt x="6761472" y="5320793"/>
                </a:lnTo>
                <a:lnTo>
                  <a:pt x="6503573" y="5322895"/>
                </a:lnTo>
                <a:lnTo>
                  <a:pt x="6248130" y="5320793"/>
                </a:lnTo>
                <a:lnTo>
                  <a:pt x="5995144" y="5320793"/>
                </a:lnTo>
                <a:lnTo>
                  <a:pt x="5744613" y="5316590"/>
                </a:lnTo>
                <a:lnTo>
                  <a:pt x="5498995" y="5310284"/>
                </a:lnTo>
                <a:lnTo>
                  <a:pt x="5255834" y="5304329"/>
                </a:lnTo>
                <a:lnTo>
                  <a:pt x="5017584" y="5297673"/>
                </a:lnTo>
                <a:lnTo>
                  <a:pt x="4780562" y="5287514"/>
                </a:lnTo>
                <a:lnTo>
                  <a:pt x="4547227" y="5276654"/>
                </a:lnTo>
                <a:lnTo>
                  <a:pt x="4318800" y="5266846"/>
                </a:lnTo>
                <a:lnTo>
                  <a:pt x="3873004" y="5239171"/>
                </a:lnTo>
                <a:lnTo>
                  <a:pt x="3445628" y="5209746"/>
                </a:lnTo>
                <a:lnTo>
                  <a:pt x="3035446" y="5178918"/>
                </a:lnTo>
                <a:lnTo>
                  <a:pt x="2647370" y="5144939"/>
                </a:lnTo>
                <a:lnTo>
                  <a:pt x="2276487" y="5109557"/>
                </a:lnTo>
                <a:lnTo>
                  <a:pt x="1932621" y="5071374"/>
                </a:lnTo>
                <a:lnTo>
                  <a:pt x="1609634" y="5033891"/>
                </a:lnTo>
                <a:lnTo>
                  <a:pt x="1312435" y="4996408"/>
                </a:lnTo>
                <a:lnTo>
                  <a:pt x="1039799" y="4961027"/>
                </a:lnTo>
                <a:lnTo>
                  <a:pt x="797865" y="4927397"/>
                </a:lnTo>
                <a:lnTo>
                  <a:pt x="579265" y="4895519"/>
                </a:lnTo>
                <a:lnTo>
                  <a:pt x="395052" y="4868896"/>
                </a:lnTo>
                <a:lnTo>
                  <a:pt x="240312" y="4843673"/>
                </a:lnTo>
                <a:lnTo>
                  <a:pt x="27853" y="4807592"/>
                </a:lnTo>
                <a:lnTo>
                  <a:pt x="0" y="4802879"/>
                </a:lnTo>
                <a:lnTo>
                  <a:pt x="0" y="3753332"/>
                </a:lnTo>
                <a:lnTo>
                  <a:pt x="0" y="3571886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6062D8-5668-5F23-EA55-FA9CC8AA6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865974"/>
            <a:ext cx="8676222" cy="3643822"/>
          </a:xfrm>
        </p:spPr>
        <p:txBody>
          <a:bodyPr anchor="ctr">
            <a:normAutofit/>
          </a:bodyPr>
          <a:lstStyle/>
          <a:p>
            <a:r>
              <a:rPr lang="fr-CA" sz="6600"/>
              <a:t>LinkUp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CF00AF3-7E06-1E1A-CDDA-5410F84AB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5542384"/>
            <a:ext cx="8676222" cy="628260"/>
          </a:xfrm>
        </p:spPr>
        <p:txBody>
          <a:bodyPr>
            <a:normAutofit/>
          </a:bodyPr>
          <a:lstStyle/>
          <a:p>
            <a:r>
              <a:rPr lang="fr-CA" sz="2800">
                <a:solidFill>
                  <a:srgbClr val="E6E6E6"/>
                </a:solidFill>
              </a:rPr>
              <a:t>Par: The Musketeers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F544CB-CC67-282D-5A04-DF75844D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6263335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F7FBC5A-8975-4437-B6D4-E0273545084A}" type="slidenum">
              <a:rPr lang="fr-CA" smtClean="0">
                <a:solidFill>
                  <a:srgbClr val="E6E6E6"/>
                </a:solidFill>
              </a:rPr>
              <a:pPr>
                <a:spcAft>
                  <a:spcPts val="600"/>
                </a:spcAft>
              </a:pPr>
              <a:t>1</a:t>
            </a:fld>
            <a:endParaRPr lang="fr-CA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59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690F3EE-0CD1-4520-B020-4E1DF3141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9EFDE1E9-7FE0-45CA-9DE2-237F77319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2270840"/>
          </a:xfrm>
          <a:custGeom>
            <a:avLst/>
            <a:gdLst>
              <a:gd name="connsiteX0" fmla="*/ 0 w 12192000"/>
              <a:gd name="connsiteY0" fmla="*/ 0 h 2270840"/>
              <a:gd name="connsiteX1" fmla="*/ 12192000 w 12192000"/>
              <a:gd name="connsiteY1" fmla="*/ 0 h 2270840"/>
              <a:gd name="connsiteX2" fmla="*/ 12192000 w 12192000"/>
              <a:gd name="connsiteY2" fmla="*/ 519831 h 2270840"/>
              <a:gd name="connsiteX3" fmla="*/ 12192000 w 12192000"/>
              <a:gd name="connsiteY3" fmla="*/ 744794 h 2270840"/>
              <a:gd name="connsiteX4" fmla="*/ 12192000 w 12192000"/>
              <a:gd name="connsiteY4" fmla="*/ 1754022 h 2270840"/>
              <a:gd name="connsiteX5" fmla="*/ 11957522 w 12192000"/>
              <a:gd name="connsiteY5" fmla="*/ 1797924 h 2270840"/>
              <a:gd name="connsiteX6" fmla="*/ 11679973 w 12192000"/>
              <a:gd name="connsiteY6" fmla="*/ 1847668 h 2270840"/>
              <a:gd name="connsiteX7" fmla="*/ 11401197 w 12192000"/>
              <a:gd name="connsiteY7" fmla="*/ 1896361 h 2270840"/>
              <a:gd name="connsiteX8" fmla="*/ 11121192 w 12192000"/>
              <a:gd name="connsiteY8" fmla="*/ 1938047 h 2270840"/>
              <a:gd name="connsiteX9" fmla="*/ 10842416 w 12192000"/>
              <a:gd name="connsiteY9" fmla="*/ 1980084 h 2270840"/>
              <a:gd name="connsiteX10" fmla="*/ 10562411 w 12192000"/>
              <a:gd name="connsiteY10" fmla="*/ 2019319 h 2270840"/>
              <a:gd name="connsiteX11" fmla="*/ 10286091 w 12192000"/>
              <a:gd name="connsiteY11" fmla="*/ 2052948 h 2270840"/>
              <a:gd name="connsiteX12" fmla="*/ 10006086 w 12192000"/>
              <a:gd name="connsiteY12" fmla="*/ 2084826 h 2270840"/>
              <a:gd name="connsiteX13" fmla="*/ 9727310 w 12192000"/>
              <a:gd name="connsiteY13" fmla="*/ 2113902 h 2270840"/>
              <a:gd name="connsiteX14" fmla="*/ 9453445 w 12192000"/>
              <a:gd name="connsiteY14" fmla="*/ 2139124 h 2270840"/>
              <a:gd name="connsiteX15" fmla="*/ 9175897 w 12192000"/>
              <a:gd name="connsiteY15" fmla="*/ 2164346 h 2270840"/>
              <a:gd name="connsiteX16" fmla="*/ 8902033 w 12192000"/>
              <a:gd name="connsiteY16" fmla="*/ 2185365 h 2270840"/>
              <a:gd name="connsiteX17" fmla="*/ 8628169 w 12192000"/>
              <a:gd name="connsiteY17" fmla="*/ 2201829 h 2270840"/>
              <a:gd name="connsiteX18" fmla="*/ 8355533 w 12192000"/>
              <a:gd name="connsiteY18" fmla="*/ 2218995 h 2270840"/>
              <a:gd name="connsiteX19" fmla="*/ 8085353 w 12192000"/>
              <a:gd name="connsiteY19" fmla="*/ 2233357 h 2270840"/>
              <a:gd name="connsiteX20" fmla="*/ 7817629 w 12192000"/>
              <a:gd name="connsiteY20" fmla="*/ 2243516 h 2270840"/>
              <a:gd name="connsiteX21" fmla="*/ 7549905 w 12192000"/>
              <a:gd name="connsiteY21" fmla="*/ 2252274 h 2270840"/>
              <a:gd name="connsiteX22" fmla="*/ 7284638 w 12192000"/>
              <a:gd name="connsiteY22" fmla="*/ 2260681 h 2270840"/>
              <a:gd name="connsiteX23" fmla="*/ 7023055 w 12192000"/>
              <a:gd name="connsiteY23" fmla="*/ 2264535 h 2270840"/>
              <a:gd name="connsiteX24" fmla="*/ 6761472 w 12192000"/>
              <a:gd name="connsiteY24" fmla="*/ 2268738 h 2270840"/>
              <a:gd name="connsiteX25" fmla="*/ 6503573 w 12192000"/>
              <a:gd name="connsiteY25" fmla="*/ 2270840 h 2270840"/>
              <a:gd name="connsiteX26" fmla="*/ 6248130 w 12192000"/>
              <a:gd name="connsiteY26" fmla="*/ 2268738 h 2270840"/>
              <a:gd name="connsiteX27" fmla="*/ 5995144 w 12192000"/>
              <a:gd name="connsiteY27" fmla="*/ 2268738 h 2270840"/>
              <a:gd name="connsiteX28" fmla="*/ 5744613 w 12192000"/>
              <a:gd name="connsiteY28" fmla="*/ 2264535 h 2270840"/>
              <a:gd name="connsiteX29" fmla="*/ 5498995 w 12192000"/>
              <a:gd name="connsiteY29" fmla="*/ 2258229 h 2270840"/>
              <a:gd name="connsiteX30" fmla="*/ 5255834 w 12192000"/>
              <a:gd name="connsiteY30" fmla="*/ 2252274 h 2270840"/>
              <a:gd name="connsiteX31" fmla="*/ 5017584 w 12192000"/>
              <a:gd name="connsiteY31" fmla="*/ 2245618 h 2270840"/>
              <a:gd name="connsiteX32" fmla="*/ 4780562 w 12192000"/>
              <a:gd name="connsiteY32" fmla="*/ 2235459 h 2270840"/>
              <a:gd name="connsiteX33" fmla="*/ 4547227 w 12192000"/>
              <a:gd name="connsiteY33" fmla="*/ 2224599 h 2270840"/>
              <a:gd name="connsiteX34" fmla="*/ 4318800 w 12192000"/>
              <a:gd name="connsiteY34" fmla="*/ 2214791 h 2270840"/>
              <a:gd name="connsiteX35" fmla="*/ 3873004 w 12192000"/>
              <a:gd name="connsiteY35" fmla="*/ 2187116 h 2270840"/>
              <a:gd name="connsiteX36" fmla="*/ 3445628 w 12192000"/>
              <a:gd name="connsiteY36" fmla="*/ 2157691 h 2270840"/>
              <a:gd name="connsiteX37" fmla="*/ 3035446 w 12192000"/>
              <a:gd name="connsiteY37" fmla="*/ 2126863 h 2270840"/>
              <a:gd name="connsiteX38" fmla="*/ 2647370 w 12192000"/>
              <a:gd name="connsiteY38" fmla="*/ 2092884 h 2270840"/>
              <a:gd name="connsiteX39" fmla="*/ 2276487 w 12192000"/>
              <a:gd name="connsiteY39" fmla="*/ 2057502 h 2270840"/>
              <a:gd name="connsiteX40" fmla="*/ 1932621 w 12192000"/>
              <a:gd name="connsiteY40" fmla="*/ 2019319 h 2270840"/>
              <a:gd name="connsiteX41" fmla="*/ 1609634 w 12192000"/>
              <a:gd name="connsiteY41" fmla="*/ 1981836 h 2270840"/>
              <a:gd name="connsiteX42" fmla="*/ 1312435 w 12192000"/>
              <a:gd name="connsiteY42" fmla="*/ 1944353 h 2270840"/>
              <a:gd name="connsiteX43" fmla="*/ 1039799 w 12192000"/>
              <a:gd name="connsiteY43" fmla="*/ 1908972 h 2270840"/>
              <a:gd name="connsiteX44" fmla="*/ 797865 w 12192000"/>
              <a:gd name="connsiteY44" fmla="*/ 1875342 h 2270840"/>
              <a:gd name="connsiteX45" fmla="*/ 579265 w 12192000"/>
              <a:gd name="connsiteY45" fmla="*/ 1843464 h 2270840"/>
              <a:gd name="connsiteX46" fmla="*/ 395052 w 12192000"/>
              <a:gd name="connsiteY46" fmla="*/ 1816841 h 2270840"/>
              <a:gd name="connsiteX47" fmla="*/ 240312 w 12192000"/>
              <a:gd name="connsiteY47" fmla="*/ 1791618 h 2270840"/>
              <a:gd name="connsiteX48" fmla="*/ 27853 w 12192000"/>
              <a:gd name="connsiteY48" fmla="*/ 1755537 h 2270840"/>
              <a:gd name="connsiteX49" fmla="*/ 0 w 12192000"/>
              <a:gd name="connsiteY49" fmla="*/ 1750824 h 2270840"/>
              <a:gd name="connsiteX50" fmla="*/ 0 w 12192000"/>
              <a:gd name="connsiteY50" fmla="*/ 744794 h 2270840"/>
              <a:gd name="connsiteX51" fmla="*/ 0 w 12192000"/>
              <a:gd name="connsiteY51" fmla="*/ 519831 h 22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270840">
                <a:moveTo>
                  <a:pt x="0" y="0"/>
                </a:moveTo>
                <a:lnTo>
                  <a:pt x="12192000" y="0"/>
                </a:lnTo>
                <a:lnTo>
                  <a:pt x="12192000" y="519831"/>
                </a:lnTo>
                <a:lnTo>
                  <a:pt x="12192000" y="744794"/>
                </a:lnTo>
                <a:lnTo>
                  <a:pt x="12192000" y="1754022"/>
                </a:lnTo>
                <a:lnTo>
                  <a:pt x="11957522" y="1797924"/>
                </a:lnTo>
                <a:lnTo>
                  <a:pt x="11679973" y="1847668"/>
                </a:lnTo>
                <a:lnTo>
                  <a:pt x="11401197" y="1896361"/>
                </a:lnTo>
                <a:lnTo>
                  <a:pt x="11121192" y="1938047"/>
                </a:lnTo>
                <a:lnTo>
                  <a:pt x="10842416" y="1980084"/>
                </a:lnTo>
                <a:lnTo>
                  <a:pt x="10562411" y="2019319"/>
                </a:lnTo>
                <a:lnTo>
                  <a:pt x="10286091" y="2052948"/>
                </a:lnTo>
                <a:lnTo>
                  <a:pt x="10006086" y="2084826"/>
                </a:lnTo>
                <a:lnTo>
                  <a:pt x="9727310" y="2113902"/>
                </a:lnTo>
                <a:lnTo>
                  <a:pt x="9453445" y="2139124"/>
                </a:lnTo>
                <a:lnTo>
                  <a:pt x="9175897" y="2164346"/>
                </a:lnTo>
                <a:lnTo>
                  <a:pt x="8902033" y="2185365"/>
                </a:lnTo>
                <a:lnTo>
                  <a:pt x="8628169" y="2201829"/>
                </a:lnTo>
                <a:lnTo>
                  <a:pt x="8355533" y="2218995"/>
                </a:lnTo>
                <a:lnTo>
                  <a:pt x="8085353" y="2233357"/>
                </a:lnTo>
                <a:lnTo>
                  <a:pt x="7817629" y="2243516"/>
                </a:lnTo>
                <a:lnTo>
                  <a:pt x="7549905" y="2252274"/>
                </a:lnTo>
                <a:lnTo>
                  <a:pt x="7284638" y="2260681"/>
                </a:lnTo>
                <a:lnTo>
                  <a:pt x="7023055" y="2264535"/>
                </a:lnTo>
                <a:lnTo>
                  <a:pt x="6761472" y="2268738"/>
                </a:lnTo>
                <a:lnTo>
                  <a:pt x="6503573" y="2270840"/>
                </a:lnTo>
                <a:lnTo>
                  <a:pt x="6248130" y="2268738"/>
                </a:lnTo>
                <a:lnTo>
                  <a:pt x="5995144" y="2268738"/>
                </a:lnTo>
                <a:lnTo>
                  <a:pt x="5744613" y="2264535"/>
                </a:lnTo>
                <a:lnTo>
                  <a:pt x="5498995" y="2258229"/>
                </a:lnTo>
                <a:lnTo>
                  <a:pt x="5255834" y="2252274"/>
                </a:lnTo>
                <a:lnTo>
                  <a:pt x="5017584" y="2245618"/>
                </a:lnTo>
                <a:lnTo>
                  <a:pt x="4780562" y="2235459"/>
                </a:lnTo>
                <a:lnTo>
                  <a:pt x="4547227" y="2224599"/>
                </a:lnTo>
                <a:lnTo>
                  <a:pt x="4318800" y="2214791"/>
                </a:lnTo>
                <a:lnTo>
                  <a:pt x="3873004" y="2187116"/>
                </a:lnTo>
                <a:lnTo>
                  <a:pt x="3445628" y="2157691"/>
                </a:lnTo>
                <a:lnTo>
                  <a:pt x="3035446" y="2126863"/>
                </a:lnTo>
                <a:lnTo>
                  <a:pt x="2647370" y="2092884"/>
                </a:lnTo>
                <a:lnTo>
                  <a:pt x="2276487" y="2057502"/>
                </a:lnTo>
                <a:lnTo>
                  <a:pt x="1932621" y="2019319"/>
                </a:lnTo>
                <a:lnTo>
                  <a:pt x="1609634" y="1981836"/>
                </a:lnTo>
                <a:lnTo>
                  <a:pt x="1312435" y="1944353"/>
                </a:lnTo>
                <a:lnTo>
                  <a:pt x="1039799" y="1908972"/>
                </a:lnTo>
                <a:lnTo>
                  <a:pt x="797865" y="1875342"/>
                </a:lnTo>
                <a:lnTo>
                  <a:pt x="579265" y="1843464"/>
                </a:lnTo>
                <a:lnTo>
                  <a:pt x="395052" y="1816841"/>
                </a:lnTo>
                <a:lnTo>
                  <a:pt x="240312" y="1791618"/>
                </a:lnTo>
                <a:lnTo>
                  <a:pt x="27853" y="1755537"/>
                </a:lnTo>
                <a:lnTo>
                  <a:pt x="0" y="1750824"/>
                </a:lnTo>
                <a:lnTo>
                  <a:pt x="0" y="744794"/>
                </a:lnTo>
                <a:lnTo>
                  <a:pt x="0" y="519831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042D11A-CADD-517F-2702-001F49A45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73480"/>
          </a:xfrm>
        </p:spPr>
        <p:txBody>
          <a:bodyPr>
            <a:normAutofit/>
          </a:bodyPr>
          <a:lstStyle/>
          <a:p>
            <a:pPr algn="ctr"/>
            <a:r>
              <a:rPr lang="fr-CA"/>
              <a:t>Table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BEE0A7-6DCB-0E0D-85E1-9EB4B0E1F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A" dirty="0"/>
              <a:t>Objectif</a:t>
            </a:r>
          </a:p>
          <a:p>
            <a:pPr marL="514350" indent="-514350">
              <a:buFont typeface="+mj-lt"/>
              <a:buAutoNum type="arabicPeriod"/>
            </a:pPr>
            <a:r>
              <a:rPr lang="fr-CA" dirty="0"/>
              <a:t>Application</a:t>
            </a:r>
          </a:p>
          <a:p>
            <a:pPr marL="514350" indent="-514350">
              <a:buFont typeface="+mj-lt"/>
              <a:buAutoNum type="arabicPeriod"/>
            </a:pPr>
            <a:r>
              <a:rPr lang="fr-CA" dirty="0"/>
              <a:t>Technologies</a:t>
            </a:r>
          </a:p>
          <a:p>
            <a:pPr marL="514350" indent="-514350">
              <a:buFont typeface="+mj-lt"/>
              <a:buAutoNum type="arabicPeriod"/>
            </a:pPr>
            <a:r>
              <a:rPr lang="fr-CA" dirty="0"/>
              <a:t>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fr-CA" dirty="0"/>
              <a:t>Justification choix</a:t>
            </a:r>
          </a:p>
          <a:p>
            <a:pPr marL="514350" indent="-514350">
              <a:buFont typeface="+mj-lt"/>
              <a:buAutoNum type="arabicPeriod"/>
            </a:pPr>
            <a:r>
              <a:rPr lang="fr-CA" dirty="0"/>
              <a:t>Apprentissages</a:t>
            </a:r>
          </a:p>
          <a:p>
            <a:pPr marL="514350" indent="-514350">
              <a:buFont typeface="+mj-lt"/>
              <a:buAutoNum type="arabicPeriod"/>
            </a:pPr>
            <a:r>
              <a:rPr lang="fr-CA" dirty="0"/>
              <a:t>Présentation de </a:t>
            </a:r>
            <a:r>
              <a:rPr lang="fr-CA" dirty="0" err="1"/>
              <a:t>LinkUp</a:t>
            </a:r>
            <a:endParaRPr lang="fr-CA" dirty="0"/>
          </a:p>
          <a:p>
            <a:pPr marL="514350" indent="-514350">
              <a:buFont typeface="+mj-lt"/>
              <a:buAutoNum type="arabicPeriod"/>
            </a:pP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AC4AE1-64C4-C6FC-6EB4-E3CD8CBE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5883275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F7FBC5A-8975-4437-B6D4-E0273545084A}" type="slidenum">
              <a:rPr lang="fr-CA" smtClean="0"/>
              <a:pPr>
                <a:spcAft>
                  <a:spcPts val="600"/>
                </a:spcAft>
              </a:pPr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9841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35BE62-0ACE-070B-5157-ED94C7ABE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179" y="714375"/>
            <a:ext cx="3332955" cy="5076826"/>
          </a:xfrm>
        </p:spPr>
        <p:txBody>
          <a:bodyPr anchor="ctr">
            <a:normAutofit/>
          </a:bodyPr>
          <a:lstStyle/>
          <a:p>
            <a:r>
              <a:rPr lang="fr-CA" sz="4000" dirty="0"/>
              <a:t>Objectif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136A9-49F9-4DA0-A741-F065B0F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3356" y="0"/>
            <a:ext cx="755864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12F6C7-0423-4B6F-AECE-710C8489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446539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208205-03EE-4EC8-9C34-59270C188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336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E6E227-C735-CD8D-0D9A-B418C85CB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046" y="714375"/>
            <a:ext cx="6253751" cy="5076825"/>
          </a:xfrm>
        </p:spPr>
        <p:txBody>
          <a:bodyPr>
            <a:normAutofit/>
          </a:bodyPr>
          <a:lstStyle/>
          <a:p>
            <a:r>
              <a:rPr lang="fr-CA" dirty="0"/>
              <a:t>Réalisation</a:t>
            </a:r>
          </a:p>
          <a:p>
            <a:r>
              <a:rPr lang="fr-CA" dirty="0"/>
              <a:t>Faciliter organisation</a:t>
            </a:r>
          </a:p>
          <a:p>
            <a:r>
              <a:rPr lang="fr-CA" dirty="0"/>
              <a:t> Faciliter gestion de tâches</a:t>
            </a:r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2652B4-8C21-FFD1-600D-688C5664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5883275"/>
            <a:ext cx="56578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F7FBC5A-8975-4437-B6D4-E0273545084A}" type="slidenum">
              <a:rPr lang="fr-CA">
                <a:solidFill>
                  <a:schemeClr val="tx1">
                    <a:lumMod val="85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fr-CA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485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A15519-A736-B4AC-7D39-D52026DA9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fr-CA" sz="3400"/>
              <a:t>Application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F5AC50-9F44-4D37-B36A-0C6B1C76E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8EFC17-AE69-4D15-95D3-F1AF111A7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CC1DFEA-17C7-4855-90D9-A8F3761D4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385857-1AFB-6FD9-8FC7-AD2B1218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5883275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F7FBC5A-8975-4437-B6D4-E0273545084A}" type="slidenum">
              <a:rPr lang="fr-CA" smtClean="0"/>
              <a:pPr>
                <a:spcAft>
                  <a:spcPts val="600"/>
                </a:spcAft>
              </a:pPr>
              <a:t>4</a:t>
            </a:fld>
            <a:endParaRPr lang="fr-CA"/>
          </a:p>
        </p:txBody>
      </p:sp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1A73BDC4-9885-6FFC-AD0F-903976E6E4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4860234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5551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62164E-4528-40DB-BC26-D6DDE216A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rgbClr val="363D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F30007FA-C6A2-43A0-8045-7016AEF81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322895"/>
          </a:xfrm>
          <a:custGeom>
            <a:avLst/>
            <a:gdLst>
              <a:gd name="connsiteX0" fmla="*/ 0 w 12192000"/>
              <a:gd name="connsiteY0" fmla="*/ 0 h 5322895"/>
              <a:gd name="connsiteX1" fmla="*/ 12192000 w 12192000"/>
              <a:gd name="connsiteY1" fmla="*/ 0 h 5322895"/>
              <a:gd name="connsiteX2" fmla="*/ 12192000 w 12192000"/>
              <a:gd name="connsiteY2" fmla="*/ 213719 h 5322895"/>
              <a:gd name="connsiteX3" fmla="*/ 12192000 w 12192000"/>
              <a:gd name="connsiteY3" fmla="*/ 471948 h 5322895"/>
              <a:gd name="connsiteX4" fmla="*/ 12192000 w 12192000"/>
              <a:gd name="connsiteY4" fmla="*/ 3571886 h 5322895"/>
              <a:gd name="connsiteX5" fmla="*/ 12192000 w 12192000"/>
              <a:gd name="connsiteY5" fmla="*/ 3753332 h 5322895"/>
              <a:gd name="connsiteX6" fmla="*/ 12192000 w 12192000"/>
              <a:gd name="connsiteY6" fmla="*/ 4806077 h 5322895"/>
              <a:gd name="connsiteX7" fmla="*/ 11957522 w 12192000"/>
              <a:gd name="connsiteY7" fmla="*/ 4849979 h 5322895"/>
              <a:gd name="connsiteX8" fmla="*/ 11679973 w 12192000"/>
              <a:gd name="connsiteY8" fmla="*/ 4899723 h 5322895"/>
              <a:gd name="connsiteX9" fmla="*/ 11401197 w 12192000"/>
              <a:gd name="connsiteY9" fmla="*/ 4948416 h 5322895"/>
              <a:gd name="connsiteX10" fmla="*/ 11121192 w 12192000"/>
              <a:gd name="connsiteY10" fmla="*/ 4990102 h 5322895"/>
              <a:gd name="connsiteX11" fmla="*/ 10842416 w 12192000"/>
              <a:gd name="connsiteY11" fmla="*/ 5032139 h 5322895"/>
              <a:gd name="connsiteX12" fmla="*/ 10562411 w 12192000"/>
              <a:gd name="connsiteY12" fmla="*/ 5071374 h 5322895"/>
              <a:gd name="connsiteX13" fmla="*/ 10286091 w 12192000"/>
              <a:gd name="connsiteY13" fmla="*/ 5105003 h 5322895"/>
              <a:gd name="connsiteX14" fmla="*/ 10006086 w 12192000"/>
              <a:gd name="connsiteY14" fmla="*/ 5136881 h 5322895"/>
              <a:gd name="connsiteX15" fmla="*/ 9727310 w 12192000"/>
              <a:gd name="connsiteY15" fmla="*/ 5165957 h 5322895"/>
              <a:gd name="connsiteX16" fmla="*/ 9453445 w 12192000"/>
              <a:gd name="connsiteY16" fmla="*/ 5191179 h 5322895"/>
              <a:gd name="connsiteX17" fmla="*/ 9175897 w 12192000"/>
              <a:gd name="connsiteY17" fmla="*/ 5216401 h 5322895"/>
              <a:gd name="connsiteX18" fmla="*/ 8902033 w 12192000"/>
              <a:gd name="connsiteY18" fmla="*/ 5237420 h 5322895"/>
              <a:gd name="connsiteX19" fmla="*/ 8628169 w 12192000"/>
              <a:gd name="connsiteY19" fmla="*/ 5253884 h 5322895"/>
              <a:gd name="connsiteX20" fmla="*/ 8355533 w 12192000"/>
              <a:gd name="connsiteY20" fmla="*/ 5271050 h 5322895"/>
              <a:gd name="connsiteX21" fmla="*/ 8085353 w 12192000"/>
              <a:gd name="connsiteY21" fmla="*/ 5285412 h 5322895"/>
              <a:gd name="connsiteX22" fmla="*/ 7817629 w 12192000"/>
              <a:gd name="connsiteY22" fmla="*/ 5295571 h 5322895"/>
              <a:gd name="connsiteX23" fmla="*/ 7549905 w 12192000"/>
              <a:gd name="connsiteY23" fmla="*/ 5304329 h 5322895"/>
              <a:gd name="connsiteX24" fmla="*/ 7284638 w 12192000"/>
              <a:gd name="connsiteY24" fmla="*/ 5312736 h 5322895"/>
              <a:gd name="connsiteX25" fmla="*/ 7023055 w 12192000"/>
              <a:gd name="connsiteY25" fmla="*/ 5316590 h 5322895"/>
              <a:gd name="connsiteX26" fmla="*/ 6761472 w 12192000"/>
              <a:gd name="connsiteY26" fmla="*/ 5320793 h 5322895"/>
              <a:gd name="connsiteX27" fmla="*/ 6503573 w 12192000"/>
              <a:gd name="connsiteY27" fmla="*/ 5322895 h 5322895"/>
              <a:gd name="connsiteX28" fmla="*/ 6248130 w 12192000"/>
              <a:gd name="connsiteY28" fmla="*/ 5320793 h 5322895"/>
              <a:gd name="connsiteX29" fmla="*/ 5995144 w 12192000"/>
              <a:gd name="connsiteY29" fmla="*/ 5320793 h 5322895"/>
              <a:gd name="connsiteX30" fmla="*/ 5744613 w 12192000"/>
              <a:gd name="connsiteY30" fmla="*/ 5316590 h 5322895"/>
              <a:gd name="connsiteX31" fmla="*/ 5498995 w 12192000"/>
              <a:gd name="connsiteY31" fmla="*/ 5310284 h 5322895"/>
              <a:gd name="connsiteX32" fmla="*/ 5255834 w 12192000"/>
              <a:gd name="connsiteY32" fmla="*/ 5304329 h 5322895"/>
              <a:gd name="connsiteX33" fmla="*/ 5017584 w 12192000"/>
              <a:gd name="connsiteY33" fmla="*/ 5297673 h 5322895"/>
              <a:gd name="connsiteX34" fmla="*/ 4780562 w 12192000"/>
              <a:gd name="connsiteY34" fmla="*/ 5287514 h 5322895"/>
              <a:gd name="connsiteX35" fmla="*/ 4547227 w 12192000"/>
              <a:gd name="connsiteY35" fmla="*/ 5276654 h 5322895"/>
              <a:gd name="connsiteX36" fmla="*/ 4318800 w 12192000"/>
              <a:gd name="connsiteY36" fmla="*/ 5266846 h 5322895"/>
              <a:gd name="connsiteX37" fmla="*/ 3873004 w 12192000"/>
              <a:gd name="connsiteY37" fmla="*/ 5239171 h 5322895"/>
              <a:gd name="connsiteX38" fmla="*/ 3445628 w 12192000"/>
              <a:gd name="connsiteY38" fmla="*/ 5209746 h 5322895"/>
              <a:gd name="connsiteX39" fmla="*/ 3035446 w 12192000"/>
              <a:gd name="connsiteY39" fmla="*/ 5178918 h 5322895"/>
              <a:gd name="connsiteX40" fmla="*/ 2647370 w 12192000"/>
              <a:gd name="connsiteY40" fmla="*/ 5144939 h 5322895"/>
              <a:gd name="connsiteX41" fmla="*/ 2276487 w 12192000"/>
              <a:gd name="connsiteY41" fmla="*/ 5109557 h 5322895"/>
              <a:gd name="connsiteX42" fmla="*/ 1932621 w 12192000"/>
              <a:gd name="connsiteY42" fmla="*/ 5071374 h 5322895"/>
              <a:gd name="connsiteX43" fmla="*/ 1609634 w 12192000"/>
              <a:gd name="connsiteY43" fmla="*/ 5033891 h 5322895"/>
              <a:gd name="connsiteX44" fmla="*/ 1312435 w 12192000"/>
              <a:gd name="connsiteY44" fmla="*/ 4996408 h 5322895"/>
              <a:gd name="connsiteX45" fmla="*/ 1039799 w 12192000"/>
              <a:gd name="connsiteY45" fmla="*/ 4961027 h 5322895"/>
              <a:gd name="connsiteX46" fmla="*/ 797865 w 12192000"/>
              <a:gd name="connsiteY46" fmla="*/ 4927397 h 5322895"/>
              <a:gd name="connsiteX47" fmla="*/ 579265 w 12192000"/>
              <a:gd name="connsiteY47" fmla="*/ 4895519 h 5322895"/>
              <a:gd name="connsiteX48" fmla="*/ 395052 w 12192000"/>
              <a:gd name="connsiteY48" fmla="*/ 4868896 h 5322895"/>
              <a:gd name="connsiteX49" fmla="*/ 240312 w 12192000"/>
              <a:gd name="connsiteY49" fmla="*/ 4843673 h 5322895"/>
              <a:gd name="connsiteX50" fmla="*/ 27853 w 12192000"/>
              <a:gd name="connsiteY50" fmla="*/ 4807592 h 5322895"/>
              <a:gd name="connsiteX51" fmla="*/ 0 w 12192000"/>
              <a:gd name="connsiteY51" fmla="*/ 4802879 h 5322895"/>
              <a:gd name="connsiteX52" fmla="*/ 0 w 12192000"/>
              <a:gd name="connsiteY52" fmla="*/ 3753332 h 5322895"/>
              <a:gd name="connsiteX53" fmla="*/ 0 w 12192000"/>
              <a:gd name="connsiteY53" fmla="*/ 3571886 h 5322895"/>
              <a:gd name="connsiteX54" fmla="*/ 0 w 12192000"/>
              <a:gd name="connsiteY54" fmla="*/ 471948 h 5322895"/>
              <a:gd name="connsiteX55" fmla="*/ 0 w 12192000"/>
              <a:gd name="connsiteY55" fmla="*/ 213719 h 532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5322895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3571886"/>
                </a:lnTo>
                <a:lnTo>
                  <a:pt x="12192000" y="3753332"/>
                </a:lnTo>
                <a:lnTo>
                  <a:pt x="12192000" y="4806077"/>
                </a:lnTo>
                <a:lnTo>
                  <a:pt x="11957522" y="4849979"/>
                </a:lnTo>
                <a:lnTo>
                  <a:pt x="11679973" y="4899723"/>
                </a:lnTo>
                <a:lnTo>
                  <a:pt x="11401197" y="4948416"/>
                </a:lnTo>
                <a:lnTo>
                  <a:pt x="11121192" y="4990102"/>
                </a:lnTo>
                <a:lnTo>
                  <a:pt x="10842416" y="5032139"/>
                </a:lnTo>
                <a:lnTo>
                  <a:pt x="10562411" y="5071374"/>
                </a:lnTo>
                <a:lnTo>
                  <a:pt x="10286091" y="5105003"/>
                </a:lnTo>
                <a:lnTo>
                  <a:pt x="10006086" y="5136881"/>
                </a:lnTo>
                <a:lnTo>
                  <a:pt x="9727310" y="5165957"/>
                </a:lnTo>
                <a:lnTo>
                  <a:pt x="9453445" y="5191179"/>
                </a:lnTo>
                <a:lnTo>
                  <a:pt x="9175897" y="5216401"/>
                </a:lnTo>
                <a:lnTo>
                  <a:pt x="8902033" y="5237420"/>
                </a:lnTo>
                <a:lnTo>
                  <a:pt x="8628169" y="5253884"/>
                </a:lnTo>
                <a:lnTo>
                  <a:pt x="8355533" y="5271050"/>
                </a:lnTo>
                <a:lnTo>
                  <a:pt x="8085353" y="5285412"/>
                </a:lnTo>
                <a:lnTo>
                  <a:pt x="7817629" y="5295571"/>
                </a:lnTo>
                <a:lnTo>
                  <a:pt x="7549905" y="5304329"/>
                </a:lnTo>
                <a:lnTo>
                  <a:pt x="7284638" y="5312736"/>
                </a:lnTo>
                <a:lnTo>
                  <a:pt x="7023055" y="5316590"/>
                </a:lnTo>
                <a:lnTo>
                  <a:pt x="6761472" y="5320793"/>
                </a:lnTo>
                <a:lnTo>
                  <a:pt x="6503573" y="5322895"/>
                </a:lnTo>
                <a:lnTo>
                  <a:pt x="6248130" y="5320793"/>
                </a:lnTo>
                <a:lnTo>
                  <a:pt x="5995144" y="5320793"/>
                </a:lnTo>
                <a:lnTo>
                  <a:pt x="5744613" y="5316590"/>
                </a:lnTo>
                <a:lnTo>
                  <a:pt x="5498995" y="5310284"/>
                </a:lnTo>
                <a:lnTo>
                  <a:pt x="5255834" y="5304329"/>
                </a:lnTo>
                <a:lnTo>
                  <a:pt x="5017584" y="5297673"/>
                </a:lnTo>
                <a:lnTo>
                  <a:pt x="4780562" y="5287514"/>
                </a:lnTo>
                <a:lnTo>
                  <a:pt x="4547227" y="5276654"/>
                </a:lnTo>
                <a:lnTo>
                  <a:pt x="4318800" y="5266846"/>
                </a:lnTo>
                <a:lnTo>
                  <a:pt x="3873004" y="5239171"/>
                </a:lnTo>
                <a:lnTo>
                  <a:pt x="3445628" y="5209746"/>
                </a:lnTo>
                <a:lnTo>
                  <a:pt x="3035446" y="5178918"/>
                </a:lnTo>
                <a:lnTo>
                  <a:pt x="2647370" y="5144939"/>
                </a:lnTo>
                <a:lnTo>
                  <a:pt x="2276487" y="5109557"/>
                </a:lnTo>
                <a:lnTo>
                  <a:pt x="1932621" y="5071374"/>
                </a:lnTo>
                <a:lnTo>
                  <a:pt x="1609634" y="5033891"/>
                </a:lnTo>
                <a:lnTo>
                  <a:pt x="1312435" y="4996408"/>
                </a:lnTo>
                <a:lnTo>
                  <a:pt x="1039799" y="4961027"/>
                </a:lnTo>
                <a:lnTo>
                  <a:pt x="797865" y="4927397"/>
                </a:lnTo>
                <a:lnTo>
                  <a:pt x="579265" y="4895519"/>
                </a:lnTo>
                <a:lnTo>
                  <a:pt x="395052" y="4868896"/>
                </a:lnTo>
                <a:lnTo>
                  <a:pt x="240312" y="4843673"/>
                </a:lnTo>
                <a:lnTo>
                  <a:pt x="27853" y="4807592"/>
                </a:lnTo>
                <a:lnTo>
                  <a:pt x="0" y="4802879"/>
                </a:lnTo>
                <a:lnTo>
                  <a:pt x="0" y="3753332"/>
                </a:lnTo>
                <a:lnTo>
                  <a:pt x="0" y="3571886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93F6A5-AAC8-6BA5-4A8F-7D36CE346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865974"/>
            <a:ext cx="8676222" cy="3643822"/>
          </a:xfrm>
        </p:spPr>
        <p:txBody>
          <a:bodyPr anchor="ctr">
            <a:normAutofit/>
          </a:bodyPr>
          <a:lstStyle/>
          <a:p>
            <a:r>
              <a:rPr lang="fr-CA" sz="6600"/>
              <a:t>Technologies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027474-0744-162E-2666-E76FF5A5B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5542384"/>
            <a:ext cx="8676222" cy="628260"/>
          </a:xfrm>
        </p:spPr>
        <p:txBody>
          <a:bodyPr>
            <a:normAutofit/>
          </a:bodyPr>
          <a:lstStyle/>
          <a:p>
            <a:endParaRPr lang="fr-CA" sz="2800">
              <a:solidFill>
                <a:srgbClr val="E6E6E6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18D14F-15EB-BF30-979F-CAB15F5C7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6263335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F7FBC5A-8975-4437-B6D4-E0273545084A}" type="slidenum">
              <a:rPr lang="fr-CA">
                <a:solidFill>
                  <a:srgbClr val="E6E6E6"/>
                </a:solidFill>
              </a:rPr>
              <a:pPr>
                <a:spcAft>
                  <a:spcPts val="600"/>
                </a:spcAft>
              </a:pPr>
              <a:t>5</a:t>
            </a:fld>
            <a:endParaRPr lang="fr-CA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026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690F3EE-0CD1-4520-B020-4E1DF3141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9EFDE1E9-7FE0-45CA-9DE2-237F77319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2270840"/>
          </a:xfrm>
          <a:custGeom>
            <a:avLst/>
            <a:gdLst>
              <a:gd name="connsiteX0" fmla="*/ 0 w 12192000"/>
              <a:gd name="connsiteY0" fmla="*/ 0 h 2270840"/>
              <a:gd name="connsiteX1" fmla="*/ 12192000 w 12192000"/>
              <a:gd name="connsiteY1" fmla="*/ 0 h 2270840"/>
              <a:gd name="connsiteX2" fmla="*/ 12192000 w 12192000"/>
              <a:gd name="connsiteY2" fmla="*/ 519831 h 2270840"/>
              <a:gd name="connsiteX3" fmla="*/ 12192000 w 12192000"/>
              <a:gd name="connsiteY3" fmla="*/ 744794 h 2270840"/>
              <a:gd name="connsiteX4" fmla="*/ 12192000 w 12192000"/>
              <a:gd name="connsiteY4" fmla="*/ 1754022 h 2270840"/>
              <a:gd name="connsiteX5" fmla="*/ 11957522 w 12192000"/>
              <a:gd name="connsiteY5" fmla="*/ 1797924 h 2270840"/>
              <a:gd name="connsiteX6" fmla="*/ 11679973 w 12192000"/>
              <a:gd name="connsiteY6" fmla="*/ 1847668 h 2270840"/>
              <a:gd name="connsiteX7" fmla="*/ 11401197 w 12192000"/>
              <a:gd name="connsiteY7" fmla="*/ 1896361 h 2270840"/>
              <a:gd name="connsiteX8" fmla="*/ 11121192 w 12192000"/>
              <a:gd name="connsiteY8" fmla="*/ 1938047 h 2270840"/>
              <a:gd name="connsiteX9" fmla="*/ 10842416 w 12192000"/>
              <a:gd name="connsiteY9" fmla="*/ 1980084 h 2270840"/>
              <a:gd name="connsiteX10" fmla="*/ 10562411 w 12192000"/>
              <a:gd name="connsiteY10" fmla="*/ 2019319 h 2270840"/>
              <a:gd name="connsiteX11" fmla="*/ 10286091 w 12192000"/>
              <a:gd name="connsiteY11" fmla="*/ 2052948 h 2270840"/>
              <a:gd name="connsiteX12" fmla="*/ 10006086 w 12192000"/>
              <a:gd name="connsiteY12" fmla="*/ 2084826 h 2270840"/>
              <a:gd name="connsiteX13" fmla="*/ 9727310 w 12192000"/>
              <a:gd name="connsiteY13" fmla="*/ 2113902 h 2270840"/>
              <a:gd name="connsiteX14" fmla="*/ 9453445 w 12192000"/>
              <a:gd name="connsiteY14" fmla="*/ 2139124 h 2270840"/>
              <a:gd name="connsiteX15" fmla="*/ 9175897 w 12192000"/>
              <a:gd name="connsiteY15" fmla="*/ 2164346 h 2270840"/>
              <a:gd name="connsiteX16" fmla="*/ 8902033 w 12192000"/>
              <a:gd name="connsiteY16" fmla="*/ 2185365 h 2270840"/>
              <a:gd name="connsiteX17" fmla="*/ 8628169 w 12192000"/>
              <a:gd name="connsiteY17" fmla="*/ 2201829 h 2270840"/>
              <a:gd name="connsiteX18" fmla="*/ 8355533 w 12192000"/>
              <a:gd name="connsiteY18" fmla="*/ 2218995 h 2270840"/>
              <a:gd name="connsiteX19" fmla="*/ 8085353 w 12192000"/>
              <a:gd name="connsiteY19" fmla="*/ 2233357 h 2270840"/>
              <a:gd name="connsiteX20" fmla="*/ 7817629 w 12192000"/>
              <a:gd name="connsiteY20" fmla="*/ 2243516 h 2270840"/>
              <a:gd name="connsiteX21" fmla="*/ 7549905 w 12192000"/>
              <a:gd name="connsiteY21" fmla="*/ 2252274 h 2270840"/>
              <a:gd name="connsiteX22" fmla="*/ 7284638 w 12192000"/>
              <a:gd name="connsiteY22" fmla="*/ 2260681 h 2270840"/>
              <a:gd name="connsiteX23" fmla="*/ 7023055 w 12192000"/>
              <a:gd name="connsiteY23" fmla="*/ 2264535 h 2270840"/>
              <a:gd name="connsiteX24" fmla="*/ 6761472 w 12192000"/>
              <a:gd name="connsiteY24" fmla="*/ 2268738 h 2270840"/>
              <a:gd name="connsiteX25" fmla="*/ 6503573 w 12192000"/>
              <a:gd name="connsiteY25" fmla="*/ 2270840 h 2270840"/>
              <a:gd name="connsiteX26" fmla="*/ 6248130 w 12192000"/>
              <a:gd name="connsiteY26" fmla="*/ 2268738 h 2270840"/>
              <a:gd name="connsiteX27" fmla="*/ 5995144 w 12192000"/>
              <a:gd name="connsiteY27" fmla="*/ 2268738 h 2270840"/>
              <a:gd name="connsiteX28" fmla="*/ 5744613 w 12192000"/>
              <a:gd name="connsiteY28" fmla="*/ 2264535 h 2270840"/>
              <a:gd name="connsiteX29" fmla="*/ 5498995 w 12192000"/>
              <a:gd name="connsiteY29" fmla="*/ 2258229 h 2270840"/>
              <a:gd name="connsiteX30" fmla="*/ 5255834 w 12192000"/>
              <a:gd name="connsiteY30" fmla="*/ 2252274 h 2270840"/>
              <a:gd name="connsiteX31" fmla="*/ 5017584 w 12192000"/>
              <a:gd name="connsiteY31" fmla="*/ 2245618 h 2270840"/>
              <a:gd name="connsiteX32" fmla="*/ 4780562 w 12192000"/>
              <a:gd name="connsiteY32" fmla="*/ 2235459 h 2270840"/>
              <a:gd name="connsiteX33" fmla="*/ 4547227 w 12192000"/>
              <a:gd name="connsiteY33" fmla="*/ 2224599 h 2270840"/>
              <a:gd name="connsiteX34" fmla="*/ 4318800 w 12192000"/>
              <a:gd name="connsiteY34" fmla="*/ 2214791 h 2270840"/>
              <a:gd name="connsiteX35" fmla="*/ 3873004 w 12192000"/>
              <a:gd name="connsiteY35" fmla="*/ 2187116 h 2270840"/>
              <a:gd name="connsiteX36" fmla="*/ 3445628 w 12192000"/>
              <a:gd name="connsiteY36" fmla="*/ 2157691 h 2270840"/>
              <a:gd name="connsiteX37" fmla="*/ 3035446 w 12192000"/>
              <a:gd name="connsiteY37" fmla="*/ 2126863 h 2270840"/>
              <a:gd name="connsiteX38" fmla="*/ 2647370 w 12192000"/>
              <a:gd name="connsiteY38" fmla="*/ 2092884 h 2270840"/>
              <a:gd name="connsiteX39" fmla="*/ 2276487 w 12192000"/>
              <a:gd name="connsiteY39" fmla="*/ 2057502 h 2270840"/>
              <a:gd name="connsiteX40" fmla="*/ 1932621 w 12192000"/>
              <a:gd name="connsiteY40" fmla="*/ 2019319 h 2270840"/>
              <a:gd name="connsiteX41" fmla="*/ 1609634 w 12192000"/>
              <a:gd name="connsiteY41" fmla="*/ 1981836 h 2270840"/>
              <a:gd name="connsiteX42" fmla="*/ 1312435 w 12192000"/>
              <a:gd name="connsiteY42" fmla="*/ 1944353 h 2270840"/>
              <a:gd name="connsiteX43" fmla="*/ 1039799 w 12192000"/>
              <a:gd name="connsiteY43" fmla="*/ 1908972 h 2270840"/>
              <a:gd name="connsiteX44" fmla="*/ 797865 w 12192000"/>
              <a:gd name="connsiteY44" fmla="*/ 1875342 h 2270840"/>
              <a:gd name="connsiteX45" fmla="*/ 579265 w 12192000"/>
              <a:gd name="connsiteY45" fmla="*/ 1843464 h 2270840"/>
              <a:gd name="connsiteX46" fmla="*/ 395052 w 12192000"/>
              <a:gd name="connsiteY46" fmla="*/ 1816841 h 2270840"/>
              <a:gd name="connsiteX47" fmla="*/ 240312 w 12192000"/>
              <a:gd name="connsiteY47" fmla="*/ 1791618 h 2270840"/>
              <a:gd name="connsiteX48" fmla="*/ 27853 w 12192000"/>
              <a:gd name="connsiteY48" fmla="*/ 1755537 h 2270840"/>
              <a:gd name="connsiteX49" fmla="*/ 0 w 12192000"/>
              <a:gd name="connsiteY49" fmla="*/ 1750824 h 2270840"/>
              <a:gd name="connsiteX50" fmla="*/ 0 w 12192000"/>
              <a:gd name="connsiteY50" fmla="*/ 744794 h 2270840"/>
              <a:gd name="connsiteX51" fmla="*/ 0 w 12192000"/>
              <a:gd name="connsiteY51" fmla="*/ 519831 h 22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270840">
                <a:moveTo>
                  <a:pt x="0" y="0"/>
                </a:moveTo>
                <a:lnTo>
                  <a:pt x="12192000" y="0"/>
                </a:lnTo>
                <a:lnTo>
                  <a:pt x="12192000" y="519831"/>
                </a:lnTo>
                <a:lnTo>
                  <a:pt x="12192000" y="744794"/>
                </a:lnTo>
                <a:lnTo>
                  <a:pt x="12192000" y="1754022"/>
                </a:lnTo>
                <a:lnTo>
                  <a:pt x="11957522" y="1797924"/>
                </a:lnTo>
                <a:lnTo>
                  <a:pt x="11679973" y="1847668"/>
                </a:lnTo>
                <a:lnTo>
                  <a:pt x="11401197" y="1896361"/>
                </a:lnTo>
                <a:lnTo>
                  <a:pt x="11121192" y="1938047"/>
                </a:lnTo>
                <a:lnTo>
                  <a:pt x="10842416" y="1980084"/>
                </a:lnTo>
                <a:lnTo>
                  <a:pt x="10562411" y="2019319"/>
                </a:lnTo>
                <a:lnTo>
                  <a:pt x="10286091" y="2052948"/>
                </a:lnTo>
                <a:lnTo>
                  <a:pt x="10006086" y="2084826"/>
                </a:lnTo>
                <a:lnTo>
                  <a:pt x="9727310" y="2113902"/>
                </a:lnTo>
                <a:lnTo>
                  <a:pt x="9453445" y="2139124"/>
                </a:lnTo>
                <a:lnTo>
                  <a:pt x="9175897" y="2164346"/>
                </a:lnTo>
                <a:lnTo>
                  <a:pt x="8902033" y="2185365"/>
                </a:lnTo>
                <a:lnTo>
                  <a:pt x="8628169" y="2201829"/>
                </a:lnTo>
                <a:lnTo>
                  <a:pt x="8355533" y="2218995"/>
                </a:lnTo>
                <a:lnTo>
                  <a:pt x="8085353" y="2233357"/>
                </a:lnTo>
                <a:lnTo>
                  <a:pt x="7817629" y="2243516"/>
                </a:lnTo>
                <a:lnTo>
                  <a:pt x="7549905" y="2252274"/>
                </a:lnTo>
                <a:lnTo>
                  <a:pt x="7284638" y="2260681"/>
                </a:lnTo>
                <a:lnTo>
                  <a:pt x="7023055" y="2264535"/>
                </a:lnTo>
                <a:lnTo>
                  <a:pt x="6761472" y="2268738"/>
                </a:lnTo>
                <a:lnTo>
                  <a:pt x="6503573" y="2270840"/>
                </a:lnTo>
                <a:lnTo>
                  <a:pt x="6248130" y="2268738"/>
                </a:lnTo>
                <a:lnTo>
                  <a:pt x="5995144" y="2268738"/>
                </a:lnTo>
                <a:lnTo>
                  <a:pt x="5744613" y="2264535"/>
                </a:lnTo>
                <a:lnTo>
                  <a:pt x="5498995" y="2258229"/>
                </a:lnTo>
                <a:lnTo>
                  <a:pt x="5255834" y="2252274"/>
                </a:lnTo>
                <a:lnTo>
                  <a:pt x="5017584" y="2245618"/>
                </a:lnTo>
                <a:lnTo>
                  <a:pt x="4780562" y="2235459"/>
                </a:lnTo>
                <a:lnTo>
                  <a:pt x="4547227" y="2224599"/>
                </a:lnTo>
                <a:lnTo>
                  <a:pt x="4318800" y="2214791"/>
                </a:lnTo>
                <a:lnTo>
                  <a:pt x="3873004" y="2187116"/>
                </a:lnTo>
                <a:lnTo>
                  <a:pt x="3445628" y="2157691"/>
                </a:lnTo>
                <a:lnTo>
                  <a:pt x="3035446" y="2126863"/>
                </a:lnTo>
                <a:lnTo>
                  <a:pt x="2647370" y="2092884"/>
                </a:lnTo>
                <a:lnTo>
                  <a:pt x="2276487" y="2057502"/>
                </a:lnTo>
                <a:lnTo>
                  <a:pt x="1932621" y="2019319"/>
                </a:lnTo>
                <a:lnTo>
                  <a:pt x="1609634" y="1981836"/>
                </a:lnTo>
                <a:lnTo>
                  <a:pt x="1312435" y="1944353"/>
                </a:lnTo>
                <a:lnTo>
                  <a:pt x="1039799" y="1908972"/>
                </a:lnTo>
                <a:lnTo>
                  <a:pt x="797865" y="1875342"/>
                </a:lnTo>
                <a:lnTo>
                  <a:pt x="579265" y="1843464"/>
                </a:lnTo>
                <a:lnTo>
                  <a:pt x="395052" y="1816841"/>
                </a:lnTo>
                <a:lnTo>
                  <a:pt x="240312" y="1791618"/>
                </a:lnTo>
                <a:lnTo>
                  <a:pt x="27853" y="1755537"/>
                </a:lnTo>
                <a:lnTo>
                  <a:pt x="0" y="1750824"/>
                </a:lnTo>
                <a:lnTo>
                  <a:pt x="0" y="744794"/>
                </a:lnTo>
                <a:lnTo>
                  <a:pt x="0" y="519831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C0A14C-ABC3-EEC7-5262-11197DF3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73480"/>
          </a:xfrm>
        </p:spPr>
        <p:txBody>
          <a:bodyPr>
            <a:normAutofit/>
          </a:bodyPr>
          <a:lstStyle/>
          <a:p>
            <a:pPr algn="ctr"/>
            <a:r>
              <a:rPr lang="fr-CA"/>
              <a:t>Frontend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34611E-A46D-5D0D-6A87-245766D68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CA" sz="1500" dirty="0" err="1"/>
              <a:t>Frameworks</a:t>
            </a:r>
            <a:endParaRPr lang="fr-CA" sz="1500" dirty="0"/>
          </a:p>
          <a:p>
            <a:pPr lvl="1">
              <a:lnSpc>
                <a:spcPct val="90000"/>
              </a:lnSpc>
            </a:pPr>
            <a:r>
              <a:rPr lang="fr-CA" sz="1500" dirty="0" err="1"/>
              <a:t>React</a:t>
            </a:r>
            <a:endParaRPr lang="fr-CA" sz="1500" dirty="0"/>
          </a:p>
          <a:p>
            <a:pPr lvl="1">
              <a:lnSpc>
                <a:spcPct val="90000"/>
              </a:lnSpc>
            </a:pPr>
            <a:r>
              <a:rPr lang="fr-CA" sz="1500" dirty="0"/>
              <a:t>Next.js</a:t>
            </a:r>
          </a:p>
          <a:p>
            <a:pPr>
              <a:lnSpc>
                <a:spcPct val="90000"/>
              </a:lnSpc>
            </a:pPr>
            <a:r>
              <a:rPr lang="fr-CA" sz="1500" dirty="0"/>
              <a:t>Style UI</a:t>
            </a:r>
          </a:p>
          <a:p>
            <a:pPr lvl="1">
              <a:lnSpc>
                <a:spcPct val="90000"/>
              </a:lnSpc>
            </a:pPr>
            <a:r>
              <a:rPr lang="fr-CA" sz="1500" dirty="0"/>
              <a:t>Bootstrap</a:t>
            </a:r>
          </a:p>
          <a:p>
            <a:pPr lvl="1">
              <a:lnSpc>
                <a:spcPct val="90000"/>
              </a:lnSpc>
            </a:pPr>
            <a:r>
              <a:rPr lang="fr-CA" sz="1500" dirty="0" err="1"/>
              <a:t>Tailwind</a:t>
            </a:r>
            <a:r>
              <a:rPr lang="fr-CA" sz="1500" dirty="0"/>
              <a:t> CSS</a:t>
            </a:r>
          </a:p>
          <a:p>
            <a:pPr lvl="1">
              <a:lnSpc>
                <a:spcPct val="90000"/>
              </a:lnSpc>
            </a:pPr>
            <a:r>
              <a:rPr lang="fr-CA" sz="1500" dirty="0"/>
              <a:t>CSS</a:t>
            </a:r>
          </a:p>
          <a:p>
            <a:pPr>
              <a:lnSpc>
                <a:spcPct val="90000"/>
              </a:lnSpc>
            </a:pPr>
            <a:r>
              <a:rPr lang="fr-CA" sz="1500" dirty="0"/>
              <a:t>Package</a:t>
            </a:r>
          </a:p>
          <a:p>
            <a:pPr lvl="1">
              <a:lnSpc>
                <a:spcPct val="90000"/>
              </a:lnSpc>
            </a:pPr>
            <a:r>
              <a:rPr lang="fr-CA" sz="1500" dirty="0"/>
              <a:t>NPM</a:t>
            </a:r>
          </a:p>
          <a:p>
            <a:pPr>
              <a:lnSpc>
                <a:spcPct val="90000"/>
              </a:lnSpc>
            </a:pPr>
            <a:endParaRPr lang="fr-CA" sz="15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E38DC6-413A-3654-420D-1A6F0D44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5883275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F7FBC5A-8975-4437-B6D4-E0273545084A}" type="slidenum">
              <a:rPr lang="fr-CA" smtClean="0"/>
              <a:pPr>
                <a:spcAft>
                  <a:spcPts val="600"/>
                </a:spcAft>
              </a:pPr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47328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72EA2-5A2A-C6C9-1D6B-A98A8B904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690F3EE-0CD1-4520-B020-4E1DF3141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9EFDE1E9-7FE0-45CA-9DE2-237F77319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2270840"/>
          </a:xfrm>
          <a:custGeom>
            <a:avLst/>
            <a:gdLst>
              <a:gd name="connsiteX0" fmla="*/ 0 w 12192000"/>
              <a:gd name="connsiteY0" fmla="*/ 0 h 2270840"/>
              <a:gd name="connsiteX1" fmla="*/ 12192000 w 12192000"/>
              <a:gd name="connsiteY1" fmla="*/ 0 h 2270840"/>
              <a:gd name="connsiteX2" fmla="*/ 12192000 w 12192000"/>
              <a:gd name="connsiteY2" fmla="*/ 519831 h 2270840"/>
              <a:gd name="connsiteX3" fmla="*/ 12192000 w 12192000"/>
              <a:gd name="connsiteY3" fmla="*/ 744794 h 2270840"/>
              <a:gd name="connsiteX4" fmla="*/ 12192000 w 12192000"/>
              <a:gd name="connsiteY4" fmla="*/ 1754022 h 2270840"/>
              <a:gd name="connsiteX5" fmla="*/ 11957522 w 12192000"/>
              <a:gd name="connsiteY5" fmla="*/ 1797924 h 2270840"/>
              <a:gd name="connsiteX6" fmla="*/ 11679973 w 12192000"/>
              <a:gd name="connsiteY6" fmla="*/ 1847668 h 2270840"/>
              <a:gd name="connsiteX7" fmla="*/ 11401197 w 12192000"/>
              <a:gd name="connsiteY7" fmla="*/ 1896361 h 2270840"/>
              <a:gd name="connsiteX8" fmla="*/ 11121192 w 12192000"/>
              <a:gd name="connsiteY8" fmla="*/ 1938047 h 2270840"/>
              <a:gd name="connsiteX9" fmla="*/ 10842416 w 12192000"/>
              <a:gd name="connsiteY9" fmla="*/ 1980084 h 2270840"/>
              <a:gd name="connsiteX10" fmla="*/ 10562411 w 12192000"/>
              <a:gd name="connsiteY10" fmla="*/ 2019319 h 2270840"/>
              <a:gd name="connsiteX11" fmla="*/ 10286091 w 12192000"/>
              <a:gd name="connsiteY11" fmla="*/ 2052948 h 2270840"/>
              <a:gd name="connsiteX12" fmla="*/ 10006086 w 12192000"/>
              <a:gd name="connsiteY12" fmla="*/ 2084826 h 2270840"/>
              <a:gd name="connsiteX13" fmla="*/ 9727310 w 12192000"/>
              <a:gd name="connsiteY13" fmla="*/ 2113902 h 2270840"/>
              <a:gd name="connsiteX14" fmla="*/ 9453445 w 12192000"/>
              <a:gd name="connsiteY14" fmla="*/ 2139124 h 2270840"/>
              <a:gd name="connsiteX15" fmla="*/ 9175897 w 12192000"/>
              <a:gd name="connsiteY15" fmla="*/ 2164346 h 2270840"/>
              <a:gd name="connsiteX16" fmla="*/ 8902033 w 12192000"/>
              <a:gd name="connsiteY16" fmla="*/ 2185365 h 2270840"/>
              <a:gd name="connsiteX17" fmla="*/ 8628169 w 12192000"/>
              <a:gd name="connsiteY17" fmla="*/ 2201829 h 2270840"/>
              <a:gd name="connsiteX18" fmla="*/ 8355533 w 12192000"/>
              <a:gd name="connsiteY18" fmla="*/ 2218995 h 2270840"/>
              <a:gd name="connsiteX19" fmla="*/ 8085353 w 12192000"/>
              <a:gd name="connsiteY19" fmla="*/ 2233357 h 2270840"/>
              <a:gd name="connsiteX20" fmla="*/ 7817629 w 12192000"/>
              <a:gd name="connsiteY20" fmla="*/ 2243516 h 2270840"/>
              <a:gd name="connsiteX21" fmla="*/ 7549905 w 12192000"/>
              <a:gd name="connsiteY21" fmla="*/ 2252274 h 2270840"/>
              <a:gd name="connsiteX22" fmla="*/ 7284638 w 12192000"/>
              <a:gd name="connsiteY22" fmla="*/ 2260681 h 2270840"/>
              <a:gd name="connsiteX23" fmla="*/ 7023055 w 12192000"/>
              <a:gd name="connsiteY23" fmla="*/ 2264535 h 2270840"/>
              <a:gd name="connsiteX24" fmla="*/ 6761472 w 12192000"/>
              <a:gd name="connsiteY24" fmla="*/ 2268738 h 2270840"/>
              <a:gd name="connsiteX25" fmla="*/ 6503573 w 12192000"/>
              <a:gd name="connsiteY25" fmla="*/ 2270840 h 2270840"/>
              <a:gd name="connsiteX26" fmla="*/ 6248130 w 12192000"/>
              <a:gd name="connsiteY26" fmla="*/ 2268738 h 2270840"/>
              <a:gd name="connsiteX27" fmla="*/ 5995144 w 12192000"/>
              <a:gd name="connsiteY27" fmla="*/ 2268738 h 2270840"/>
              <a:gd name="connsiteX28" fmla="*/ 5744613 w 12192000"/>
              <a:gd name="connsiteY28" fmla="*/ 2264535 h 2270840"/>
              <a:gd name="connsiteX29" fmla="*/ 5498995 w 12192000"/>
              <a:gd name="connsiteY29" fmla="*/ 2258229 h 2270840"/>
              <a:gd name="connsiteX30" fmla="*/ 5255834 w 12192000"/>
              <a:gd name="connsiteY30" fmla="*/ 2252274 h 2270840"/>
              <a:gd name="connsiteX31" fmla="*/ 5017584 w 12192000"/>
              <a:gd name="connsiteY31" fmla="*/ 2245618 h 2270840"/>
              <a:gd name="connsiteX32" fmla="*/ 4780562 w 12192000"/>
              <a:gd name="connsiteY32" fmla="*/ 2235459 h 2270840"/>
              <a:gd name="connsiteX33" fmla="*/ 4547227 w 12192000"/>
              <a:gd name="connsiteY33" fmla="*/ 2224599 h 2270840"/>
              <a:gd name="connsiteX34" fmla="*/ 4318800 w 12192000"/>
              <a:gd name="connsiteY34" fmla="*/ 2214791 h 2270840"/>
              <a:gd name="connsiteX35" fmla="*/ 3873004 w 12192000"/>
              <a:gd name="connsiteY35" fmla="*/ 2187116 h 2270840"/>
              <a:gd name="connsiteX36" fmla="*/ 3445628 w 12192000"/>
              <a:gd name="connsiteY36" fmla="*/ 2157691 h 2270840"/>
              <a:gd name="connsiteX37" fmla="*/ 3035446 w 12192000"/>
              <a:gd name="connsiteY37" fmla="*/ 2126863 h 2270840"/>
              <a:gd name="connsiteX38" fmla="*/ 2647370 w 12192000"/>
              <a:gd name="connsiteY38" fmla="*/ 2092884 h 2270840"/>
              <a:gd name="connsiteX39" fmla="*/ 2276487 w 12192000"/>
              <a:gd name="connsiteY39" fmla="*/ 2057502 h 2270840"/>
              <a:gd name="connsiteX40" fmla="*/ 1932621 w 12192000"/>
              <a:gd name="connsiteY40" fmla="*/ 2019319 h 2270840"/>
              <a:gd name="connsiteX41" fmla="*/ 1609634 w 12192000"/>
              <a:gd name="connsiteY41" fmla="*/ 1981836 h 2270840"/>
              <a:gd name="connsiteX42" fmla="*/ 1312435 w 12192000"/>
              <a:gd name="connsiteY42" fmla="*/ 1944353 h 2270840"/>
              <a:gd name="connsiteX43" fmla="*/ 1039799 w 12192000"/>
              <a:gd name="connsiteY43" fmla="*/ 1908972 h 2270840"/>
              <a:gd name="connsiteX44" fmla="*/ 797865 w 12192000"/>
              <a:gd name="connsiteY44" fmla="*/ 1875342 h 2270840"/>
              <a:gd name="connsiteX45" fmla="*/ 579265 w 12192000"/>
              <a:gd name="connsiteY45" fmla="*/ 1843464 h 2270840"/>
              <a:gd name="connsiteX46" fmla="*/ 395052 w 12192000"/>
              <a:gd name="connsiteY46" fmla="*/ 1816841 h 2270840"/>
              <a:gd name="connsiteX47" fmla="*/ 240312 w 12192000"/>
              <a:gd name="connsiteY47" fmla="*/ 1791618 h 2270840"/>
              <a:gd name="connsiteX48" fmla="*/ 27853 w 12192000"/>
              <a:gd name="connsiteY48" fmla="*/ 1755537 h 2270840"/>
              <a:gd name="connsiteX49" fmla="*/ 0 w 12192000"/>
              <a:gd name="connsiteY49" fmla="*/ 1750824 h 2270840"/>
              <a:gd name="connsiteX50" fmla="*/ 0 w 12192000"/>
              <a:gd name="connsiteY50" fmla="*/ 744794 h 2270840"/>
              <a:gd name="connsiteX51" fmla="*/ 0 w 12192000"/>
              <a:gd name="connsiteY51" fmla="*/ 519831 h 22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270840">
                <a:moveTo>
                  <a:pt x="0" y="0"/>
                </a:moveTo>
                <a:lnTo>
                  <a:pt x="12192000" y="0"/>
                </a:lnTo>
                <a:lnTo>
                  <a:pt x="12192000" y="519831"/>
                </a:lnTo>
                <a:lnTo>
                  <a:pt x="12192000" y="744794"/>
                </a:lnTo>
                <a:lnTo>
                  <a:pt x="12192000" y="1754022"/>
                </a:lnTo>
                <a:lnTo>
                  <a:pt x="11957522" y="1797924"/>
                </a:lnTo>
                <a:lnTo>
                  <a:pt x="11679973" y="1847668"/>
                </a:lnTo>
                <a:lnTo>
                  <a:pt x="11401197" y="1896361"/>
                </a:lnTo>
                <a:lnTo>
                  <a:pt x="11121192" y="1938047"/>
                </a:lnTo>
                <a:lnTo>
                  <a:pt x="10842416" y="1980084"/>
                </a:lnTo>
                <a:lnTo>
                  <a:pt x="10562411" y="2019319"/>
                </a:lnTo>
                <a:lnTo>
                  <a:pt x="10286091" y="2052948"/>
                </a:lnTo>
                <a:lnTo>
                  <a:pt x="10006086" y="2084826"/>
                </a:lnTo>
                <a:lnTo>
                  <a:pt x="9727310" y="2113902"/>
                </a:lnTo>
                <a:lnTo>
                  <a:pt x="9453445" y="2139124"/>
                </a:lnTo>
                <a:lnTo>
                  <a:pt x="9175897" y="2164346"/>
                </a:lnTo>
                <a:lnTo>
                  <a:pt x="8902033" y="2185365"/>
                </a:lnTo>
                <a:lnTo>
                  <a:pt x="8628169" y="2201829"/>
                </a:lnTo>
                <a:lnTo>
                  <a:pt x="8355533" y="2218995"/>
                </a:lnTo>
                <a:lnTo>
                  <a:pt x="8085353" y="2233357"/>
                </a:lnTo>
                <a:lnTo>
                  <a:pt x="7817629" y="2243516"/>
                </a:lnTo>
                <a:lnTo>
                  <a:pt x="7549905" y="2252274"/>
                </a:lnTo>
                <a:lnTo>
                  <a:pt x="7284638" y="2260681"/>
                </a:lnTo>
                <a:lnTo>
                  <a:pt x="7023055" y="2264535"/>
                </a:lnTo>
                <a:lnTo>
                  <a:pt x="6761472" y="2268738"/>
                </a:lnTo>
                <a:lnTo>
                  <a:pt x="6503573" y="2270840"/>
                </a:lnTo>
                <a:lnTo>
                  <a:pt x="6248130" y="2268738"/>
                </a:lnTo>
                <a:lnTo>
                  <a:pt x="5995144" y="2268738"/>
                </a:lnTo>
                <a:lnTo>
                  <a:pt x="5744613" y="2264535"/>
                </a:lnTo>
                <a:lnTo>
                  <a:pt x="5498995" y="2258229"/>
                </a:lnTo>
                <a:lnTo>
                  <a:pt x="5255834" y="2252274"/>
                </a:lnTo>
                <a:lnTo>
                  <a:pt x="5017584" y="2245618"/>
                </a:lnTo>
                <a:lnTo>
                  <a:pt x="4780562" y="2235459"/>
                </a:lnTo>
                <a:lnTo>
                  <a:pt x="4547227" y="2224599"/>
                </a:lnTo>
                <a:lnTo>
                  <a:pt x="4318800" y="2214791"/>
                </a:lnTo>
                <a:lnTo>
                  <a:pt x="3873004" y="2187116"/>
                </a:lnTo>
                <a:lnTo>
                  <a:pt x="3445628" y="2157691"/>
                </a:lnTo>
                <a:lnTo>
                  <a:pt x="3035446" y="2126863"/>
                </a:lnTo>
                <a:lnTo>
                  <a:pt x="2647370" y="2092884"/>
                </a:lnTo>
                <a:lnTo>
                  <a:pt x="2276487" y="2057502"/>
                </a:lnTo>
                <a:lnTo>
                  <a:pt x="1932621" y="2019319"/>
                </a:lnTo>
                <a:lnTo>
                  <a:pt x="1609634" y="1981836"/>
                </a:lnTo>
                <a:lnTo>
                  <a:pt x="1312435" y="1944353"/>
                </a:lnTo>
                <a:lnTo>
                  <a:pt x="1039799" y="1908972"/>
                </a:lnTo>
                <a:lnTo>
                  <a:pt x="797865" y="1875342"/>
                </a:lnTo>
                <a:lnTo>
                  <a:pt x="579265" y="1843464"/>
                </a:lnTo>
                <a:lnTo>
                  <a:pt x="395052" y="1816841"/>
                </a:lnTo>
                <a:lnTo>
                  <a:pt x="240312" y="1791618"/>
                </a:lnTo>
                <a:lnTo>
                  <a:pt x="27853" y="1755537"/>
                </a:lnTo>
                <a:lnTo>
                  <a:pt x="0" y="1750824"/>
                </a:lnTo>
                <a:lnTo>
                  <a:pt x="0" y="744794"/>
                </a:lnTo>
                <a:lnTo>
                  <a:pt x="0" y="519831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61E0121-BEEC-ADA6-D7DF-E0B6E75D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73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CA" dirty="0"/>
              <a:t>Backend</a:t>
            </a:r>
            <a:endParaRPr lang="en-US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65000"/>
                    </a:schemeClr>
                  </a:gs>
                </a:gsLst>
                <a:lin ang="5580000" scaled="0"/>
                <a:tileRect/>
              </a:gra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741A36-2439-1806-938C-DBC9E9F1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5883275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F7FBC5A-8975-4437-B6D4-E0273545084A}" type="slidenum">
              <a:rPr lang="en-US" b="1" i="0" kern="1200" smtClean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7</a:t>
            </a:fld>
            <a:endParaRPr lang="en-US" b="1" i="0" kern="1200" dirty="0">
              <a:solidFill>
                <a:schemeClr val="tx1">
                  <a:lumMod val="75000"/>
                </a:schemeClr>
              </a:solidFill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7C07A10D-E11C-6776-688A-4E61470A7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 fontScale="92500" lnSpcReduction="10000"/>
          </a:bodyPr>
          <a:lstStyle/>
          <a:p>
            <a:r>
              <a:rPr lang="fr-CA" dirty="0" err="1"/>
              <a:t>Frameworks</a:t>
            </a:r>
            <a:endParaRPr lang="fr-CA" dirty="0"/>
          </a:p>
          <a:p>
            <a:pPr lvl="1"/>
            <a:r>
              <a:rPr lang="fr-CA" dirty="0"/>
              <a:t>Spring Boot</a:t>
            </a:r>
          </a:p>
          <a:p>
            <a:r>
              <a:rPr lang="fr-CA" dirty="0"/>
              <a:t>Langage</a:t>
            </a:r>
          </a:p>
          <a:p>
            <a:pPr lvl="1"/>
            <a:r>
              <a:rPr lang="fr-CA" dirty="0"/>
              <a:t>Java</a:t>
            </a:r>
          </a:p>
          <a:p>
            <a:r>
              <a:rPr lang="fr-CA" dirty="0"/>
              <a:t>Base de données</a:t>
            </a:r>
          </a:p>
          <a:p>
            <a:pPr lvl="1"/>
            <a:r>
              <a:rPr lang="fr-CA" dirty="0"/>
              <a:t>MongoDB</a:t>
            </a:r>
          </a:p>
          <a:p>
            <a:pPr lvl="1"/>
            <a:r>
              <a:rPr lang="fr-CA" dirty="0" err="1"/>
              <a:t>PostegreSQL</a:t>
            </a:r>
            <a:endParaRPr lang="fr-CA" dirty="0"/>
          </a:p>
          <a:p>
            <a:r>
              <a:rPr lang="fr-CA" dirty="0"/>
              <a:t>API</a:t>
            </a:r>
          </a:p>
          <a:p>
            <a:pPr lvl="1"/>
            <a:r>
              <a:rPr lang="fr-CA" dirty="0" err="1"/>
              <a:t>OpenAPI</a:t>
            </a:r>
            <a:endParaRPr lang="fr-CA" dirty="0"/>
          </a:p>
        </p:txBody>
      </p: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08A05972-DFFF-1A33-1BCB-5AEFADF7A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 fontScale="92500" lnSpcReduction="10000"/>
          </a:bodyPr>
          <a:lstStyle/>
          <a:p>
            <a:r>
              <a:rPr lang="fr-CA" dirty="0"/>
              <a:t>Déploiement</a:t>
            </a:r>
          </a:p>
          <a:p>
            <a:pPr lvl="1"/>
            <a:r>
              <a:rPr lang="fr-CA" dirty="0"/>
              <a:t>Render</a:t>
            </a:r>
          </a:p>
          <a:p>
            <a:pPr lvl="1"/>
            <a:r>
              <a:rPr lang="fr-CA" dirty="0"/>
              <a:t>Aiven</a:t>
            </a:r>
          </a:p>
          <a:p>
            <a:r>
              <a:rPr lang="fr-CA" dirty="0"/>
              <a:t>Gestion dépendances</a:t>
            </a:r>
          </a:p>
          <a:p>
            <a:pPr lvl="1"/>
            <a:r>
              <a:rPr lang="fr-CA" dirty="0"/>
              <a:t>Maven</a:t>
            </a:r>
          </a:p>
        </p:txBody>
      </p:sp>
    </p:spTree>
    <p:extLst>
      <p:ext uri="{BB962C8B-B14F-4D97-AF65-F5344CB8AC3E}">
        <p14:creationId xmlns:p14="http://schemas.microsoft.com/office/powerpoint/2010/main" val="142833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690F3EE-0CD1-4520-B020-4E1DF3141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9EFDE1E9-7FE0-45CA-9DE2-237F77319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2270840"/>
          </a:xfrm>
          <a:custGeom>
            <a:avLst/>
            <a:gdLst>
              <a:gd name="connsiteX0" fmla="*/ 0 w 12192000"/>
              <a:gd name="connsiteY0" fmla="*/ 0 h 2270840"/>
              <a:gd name="connsiteX1" fmla="*/ 12192000 w 12192000"/>
              <a:gd name="connsiteY1" fmla="*/ 0 h 2270840"/>
              <a:gd name="connsiteX2" fmla="*/ 12192000 w 12192000"/>
              <a:gd name="connsiteY2" fmla="*/ 519831 h 2270840"/>
              <a:gd name="connsiteX3" fmla="*/ 12192000 w 12192000"/>
              <a:gd name="connsiteY3" fmla="*/ 744794 h 2270840"/>
              <a:gd name="connsiteX4" fmla="*/ 12192000 w 12192000"/>
              <a:gd name="connsiteY4" fmla="*/ 1754022 h 2270840"/>
              <a:gd name="connsiteX5" fmla="*/ 11957522 w 12192000"/>
              <a:gd name="connsiteY5" fmla="*/ 1797924 h 2270840"/>
              <a:gd name="connsiteX6" fmla="*/ 11679973 w 12192000"/>
              <a:gd name="connsiteY6" fmla="*/ 1847668 h 2270840"/>
              <a:gd name="connsiteX7" fmla="*/ 11401197 w 12192000"/>
              <a:gd name="connsiteY7" fmla="*/ 1896361 h 2270840"/>
              <a:gd name="connsiteX8" fmla="*/ 11121192 w 12192000"/>
              <a:gd name="connsiteY8" fmla="*/ 1938047 h 2270840"/>
              <a:gd name="connsiteX9" fmla="*/ 10842416 w 12192000"/>
              <a:gd name="connsiteY9" fmla="*/ 1980084 h 2270840"/>
              <a:gd name="connsiteX10" fmla="*/ 10562411 w 12192000"/>
              <a:gd name="connsiteY10" fmla="*/ 2019319 h 2270840"/>
              <a:gd name="connsiteX11" fmla="*/ 10286091 w 12192000"/>
              <a:gd name="connsiteY11" fmla="*/ 2052948 h 2270840"/>
              <a:gd name="connsiteX12" fmla="*/ 10006086 w 12192000"/>
              <a:gd name="connsiteY12" fmla="*/ 2084826 h 2270840"/>
              <a:gd name="connsiteX13" fmla="*/ 9727310 w 12192000"/>
              <a:gd name="connsiteY13" fmla="*/ 2113902 h 2270840"/>
              <a:gd name="connsiteX14" fmla="*/ 9453445 w 12192000"/>
              <a:gd name="connsiteY14" fmla="*/ 2139124 h 2270840"/>
              <a:gd name="connsiteX15" fmla="*/ 9175897 w 12192000"/>
              <a:gd name="connsiteY15" fmla="*/ 2164346 h 2270840"/>
              <a:gd name="connsiteX16" fmla="*/ 8902033 w 12192000"/>
              <a:gd name="connsiteY16" fmla="*/ 2185365 h 2270840"/>
              <a:gd name="connsiteX17" fmla="*/ 8628169 w 12192000"/>
              <a:gd name="connsiteY17" fmla="*/ 2201829 h 2270840"/>
              <a:gd name="connsiteX18" fmla="*/ 8355533 w 12192000"/>
              <a:gd name="connsiteY18" fmla="*/ 2218995 h 2270840"/>
              <a:gd name="connsiteX19" fmla="*/ 8085353 w 12192000"/>
              <a:gd name="connsiteY19" fmla="*/ 2233357 h 2270840"/>
              <a:gd name="connsiteX20" fmla="*/ 7817629 w 12192000"/>
              <a:gd name="connsiteY20" fmla="*/ 2243516 h 2270840"/>
              <a:gd name="connsiteX21" fmla="*/ 7549905 w 12192000"/>
              <a:gd name="connsiteY21" fmla="*/ 2252274 h 2270840"/>
              <a:gd name="connsiteX22" fmla="*/ 7284638 w 12192000"/>
              <a:gd name="connsiteY22" fmla="*/ 2260681 h 2270840"/>
              <a:gd name="connsiteX23" fmla="*/ 7023055 w 12192000"/>
              <a:gd name="connsiteY23" fmla="*/ 2264535 h 2270840"/>
              <a:gd name="connsiteX24" fmla="*/ 6761472 w 12192000"/>
              <a:gd name="connsiteY24" fmla="*/ 2268738 h 2270840"/>
              <a:gd name="connsiteX25" fmla="*/ 6503573 w 12192000"/>
              <a:gd name="connsiteY25" fmla="*/ 2270840 h 2270840"/>
              <a:gd name="connsiteX26" fmla="*/ 6248130 w 12192000"/>
              <a:gd name="connsiteY26" fmla="*/ 2268738 h 2270840"/>
              <a:gd name="connsiteX27" fmla="*/ 5995144 w 12192000"/>
              <a:gd name="connsiteY27" fmla="*/ 2268738 h 2270840"/>
              <a:gd name="connsiteX28" fmla="*/ 5744613 w 12192000"/>
              <a:gd name="connsiteY28" fmla="*/ 2264535 h 2270840"/>
              <a:gd name="connsiteX29" fmla="*/ 5498995 w 12192000"/>
              <a:gd name="connsiteY29" fmla="*/ 2258229 h 2270840"/>
              <a:gd name="connsiteX30" fmla="*/ 5255834 w 12192000"/>
              <a:gd name="connsiteY30" fmla="*/ 2252274 h 2270840"/>
              <a:gd name="connsiteX31" fmla="*/ 5017584 w 12192000"/>
              <a:gd name="connsiteY31" fmla="*/ 2245618 h 2270840"/>
              <a:gd name="connsiteX32" fmla="*/ 4780562 w 12192000"/>
              <a:gd name="connsiteY32" fmla="*/ 2235459 h 2270840"/>
              <a:gd name="connsiteX33" fmla="*/ 4547227 w 12192000"/>
              <a:gd name="connsiteY33" fmla="*/ 2224599 h 2270840"/>
              <a:gd name="connsiteX34" fmla="*/ 4318800 w 12192000"/>
              <a:gd name="connsiteY34" fmla="*/ 2214791 h 2270840"/>
              <a:gd name="connsiteX35" fmla="*/ 3873004 w 12192000"/>
              <a:gd name="connsiteY35" fmla="*/ 2187116 h 2270840"/>
              <a:gd name="connsiteX36" fmla="*/ 3445628 w 12192000"/>
              <a:gd name="connsiteY36" fmla="*/ 2157691 h 2270840"/>
              <a:gd name="connsiteX37" fmla="*/ 3035446 w 12192000"/>
              <a:gd name="connsiteY37" fmla="*/ 2126863 h 2270840"/>
              <a:gd name="connsiteX38" fmla="*/ 2647370 w 12192000"/>
              <a:gd name="connsiteY38" fmla="*/ 2092884 h 2270840"/>
              <a:gd name="connsiteX39" fmla="*/ 2276487 w 12192000"/>
              <a:gd name="connsiteY39" fmla="*/ 2057502 h 2270840"/>
              <a:gd name="connsiteX40" fmla="*/ 1932621 w 12192000"/>
              <a:gd name="connsiteY40" fmla="*/ 2019319 h 2270840"/>
              <a:gd name="connsiteX41" fmla="*/ 1609634 w 12192000"/>
              <a:gd name="connsiteY41" fmla="*/ 1981836 h 2270840"/>
              <a:gd name="connsiteX42" fmla="*/ 1312435 w 12192000"/>
              <a:gd name="connsiteY42" fmla="*/ 1944353 h 2270840"/>
              <a:gd name="connsiteX43" fmla="*/ 1039799 w 12192000"/>
              <a:gd name="connsiteY43" fmla="*/ 1908972 h 2270840"/>
              <a:gd name="connsiteX44" fmla="*/ 797865 w 12192000"/>
              <a:gd name="connsiteY44" fmla="*/ 1875342 h 2270840"/>
              <a:gd name="connsiteX45" fmla="*/ 579265 w 12192000"/>
              <a:gd name="connsiteY45" fmla="*/ 1843464 h 2270840"/>
              <a:gd name="connsiteX46" fmla="*/ 395052 w 12192000"/>
              <a:gd name="connsiteY46" fmla="*/ 1816841 h 2270840"/>
              <a:gd name="connsiteX47" fmla="*/ 240312 w 12192000"/>
              <a:gd name="connsiteY47" fmla="*/ 1791618 h 2270840"/>
              <a:gd name="connsiteX48" fmla="*/ 27853 w 12192000"/>
              <a:gd name="connsiteY48" fmla="*/ 1755537 h 2270840"/>
              <a:gd name="connsiteX49" fmla="*/ 0 w 12192000"/>
              <a:gd name="connsiteY49" fmla="*/ 1750824 h 2270840"/>
              <a:gd name="connsiteX50" fmla="*/ 0 w 12192000"/>
              <a:gd name="connsiteY50" fmla="*/ 744794 h 2270840"/>
              <a:gd name="connsiteX51" fmla="*/ 0 w 12192000"/>
              <a:gd name="connsiteY51" fmla="*/ 519831 h 22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270840">
                <a:moveTo>
                  <a:pt x="0" y="0"/>
                </a:moveTo>
                <a:lnTo>
                  <a:pt x="12192000" y="0"/>
                </a:lnTo>
                <a:lnTo>
                  <a:pt x="12192000" y="519831"/>
                </a:lnTo>
                <a:lnTo>
                  <a:pt x="12192000" y="744794"/>
                </a:lnTo>
                <a:lnTo>
                  <a:pt x="12192000" y="1754022"/>
                </a:lnTo>
                <a:lnTo>
                  <a:pt x="11957522" y="1797924"/>
                </a:lnTo>
                <a:lnTo>
                  <a:pt x="11679973" y="1847668"/>
                </a:lnTo>
                <a:lnTo>
                  <a:pt x="11401197" y="1896361"/>
                </a:lnTo>
                <a:lnTo>
                  <a:pt x="11121192" y="1938047"/>
                </a:lnTo>
                <a:lnTo>
                  <a:pt x="10842416" y="1980084"/>
                </a:lnTo>
                <a:lnTo>
                  <a:pt x="10562411" y="2019319"/>
                </a:lnTo>
                <a:lnTo>
                  <a:pt x="10286091" y="2052948"/>
                </a:lnTo>
                <a:lnTo>
                  <a:pt x="10006086" y="2084826"/>
                </a:lnTo>
                <a:lnTo>
                  <a:pt x="9727310" y="2113902"/>
                </a:lnTo>
                <a:lnTo>
                  <a:pt x="9453445" y="2139124"/>
                </a:lnTo>
                <a:lnTo>
                  <a:pt x="9175897" y="2164346"/>
                </a:lnTo>
                <a:lnTo>
                  <a:pt x="8902033" y="2185365"/>
                </a:lnTo>
                <a:lnTo>
                  <a:pt x="8628169" y="2201829"/>
                </a:lnTo>
                <a:lnTo>
                  <a:pt x="8355533" y="2218995"/>
                </a:lnTo>
                <a:lnTo>
                  <a:pt x="8085353" y="2233357"/>
                </a:lnTo>
                <a:lnTo>
                  <a:pt x="7817629" y="2243516"/>
                </a:lnTo>
                <a:lnTo>
                  <a:pt x="7549905" y="2252274"/>
                </a:lnTo>
                <a:lnTo>
                  <a:pt x="7284638" y="2260681"/>
                </a:lnTo>
                <a:lnTo>
                  <a:pt x="7023055" y="2264535"/>
                </a:lnTo>
                <a:lnTo>
                  <a:pt x="6761472" y="2268738"/>
                </a:lnTo>
                <a:lnTo>
                  <a:pt x="6503573" y="2270840"/>
                </a:lnTo>
                <a:lnTo>
                  <a:pt x="6248130" y="2268738"/>
                </a:lnTo>
                <a:lnTo>
                  <a:pt x="5995144" y="2268738"/>
                </a:lnTo>
                <a:lnTo>
                  <a:pt x="5744613" y="2264535"/>
                </a:lnTo>
                <a:lnTo>
                  <a:pt x="5498995" y="2258229"/>
                </a:lnTo>
                <a:lnTo>
                  <a:pt x="5255834" y="2252274"/>
                </a:lnTo>
                <a:lnTo>
                  <a:pt x="5017584" y="2245618"/>
                </a:lnTo>
                <a:lnTo>
                  <a:pt x="4780562" y="2235459"/>
                </a:lnTo>
                <a:lnTo>
                  <a:pt x="4547227" y="2224599"/>
                </a:lnTo>
                <a:lnTo>
                  <a:pt x="4318800" y="2214791"/>
                </a:lnTo>
                <a:lnTo>
                  <a:pt x="3873004" y="2187116"/>
                </a:lnTo>
                <a:lnTo>
                  <a:pt x="3445628" y="2157691"/>
                </a:lnTo>
                <a:lnTo>
                  <a:pt x="3035446" y="2126863"/>
                </a:lnTo>
                <a:lnTo>
                  <a:pt x="2647370" y="2092884"/>
                </a:lnTo>
                <a:lnTo>
                  <a:pt x="2276487" y="2057502"/>
                </a:lnTo>
                <a:lnTo>
                  <a:pt x="1932621" y="2019319"/>
                </a:lnTo>
                <a:lnTo>
                  <a:pt x="1609634" y="1981836"/>
                </a:lnTo>
                <a:lnTo>
                  <a:pt x="1312435" y="1944353"/>
                </a:lnTo>
                <a:lnTo>
                  <a:pt x="1039799" y="1908972"/>
                </a:lnTo>
                <a:lnTo>
                  <a:pt x="797865" y="1875342"/>
                </a:lnTo>
                <a:lnTo>
                  <a:pt x="579265" y="1843464"/>
                </a:lnTo>
                <a:lnTo>
                  <a:pt x="395052" y="1816841"/>
                </a:lnTo>
                <a:lnTo>
                  <a:pt x="240312" y="1791618"/>
                </a:lnTo>
                <a:lnTo>
                  <a:pt x="27853" y="1755537"/>
                </a:lnTo>
                <a:lnTo>
                  <a:pt x="0" y="1750824"/>
                </a:lnTo>
                <a:lnTo>
                  <a:pt x="0" y="744794"/>
                </a:lnTo>
                <a:lnTo>
                  <a:pt x="0" y="519831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79BCC6-75FB-97F8-C99C-A9CEEA9F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73480"/>
          </a:xfrm>
        </p:spPr>
        <p:txBody>
          <a:bodyPr>
            <a:normAutofit/>
          </a:bodyPr>
          <a:lstStyle/>
          <a:p>
            <a:pPr algn="ctr"/>
            <a:r>
              <a:rPr lang="fr-CA" dirty="0"/>
              <a:t>Architecture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2DF085-3F9F-FB6F-6AE4-E5C452601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>
            <a:normAutofit/>
          </a:bodyPr>
          <a:lstStyle/>
          <a:p>
            <a:r>
              <a:rPr lang="fr-CA" dirty="0"/>
              <a:t>Application web full stack</a:t>
            </a:r>
          </a:p>
          <a:p>
            <a:pPr lvl="1"/>
            <a:r>
              <a:rPr lang="fr-CA" dirty="0"/>
              <a:t>Frontend</a:t>
            </a:r>
          </a:p>
          <a:p>
            <a:pPr lvl="1"/>
            <a:r>
              <a:rPr lang="fr-CA" dirty="0"/>
              <a:t>Backend</a:t>
            </a:r>
          </a:p>
          <a:p>
            <a:pPr lvl="1"/>
            <a:r>
              <a:rPr lang="fr-CA" dirty="0"/>
              <a:t>Base de données</a:t>
            </a:r>
          </a:p>
          <a:p>
            <a:r>
              <a:rPr lang="fr-CA" dirty="0"/>
              <a:t>Séparation responsabilités</a:t>
            </a:r>
          </a:p>
          <a:p>
            <a:pPr lvl="1"/>
            <a:r>
              <a:rPr lang="fr-CA" dirty="0"/>
              <a:t>Lisible</a:t>
            </a:r>
          </a:p>
          <a:p>
            <a:pPr lvl="1"/>
            <a:r>
              <a:rPr lang="fr-CA" dirty="0"/>
              <a:t>Maintenable</a:t>
            </a:r>
          </a:p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A2D430-273A-EF26-DAC2-F80BD70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5883275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F7FBC5A-8975-4437-B6D4-E0273545084A}" type="slidenum">
              <a:rPr lang="fr-CA" smtClean="0"/>
              <a:pPr>
                <a:spcAft>
                  <a:spcPts val="600"/>
                </a:spcAft>
              </a:pPr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25033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690F3EE-0CD1-4520-B020-4E1DF3141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9EFDE1E9-7FE0-45CA-9DE2-237F77319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2270840"/>
          </a:xfrm>
          <a:custGeom>
            <a:avLst/>
            <a:gdLst>
              <a:gd name="connsiteX0" fmla="*/ 0 w 12192000"/>
              <a:gd name="connsiteY0" fmla="*/ 0 h 2270840"/>
              <a:gd name="connsiteX1" fmla="*/ 12192000 w 12192000"/>
              <a:gd name="connsiteY1" fmla="*/ 0 h 2270840"/>
              <a:gd name="connsiteX2" fmla="*/ 12192000 w 12192000"/>
              <a:gd name="connsiteY2" fmla="*/ 519831 h 2270840"/>
              <a:gd name="connsiteX3" fmla="*/ 12192000 w 12192000"/>
              <a:gd name="connsiteY3" fmla="*/ 744794 h 2270840"/>
              <a:gd name="connsiteX4" fmla="*/ 12192000 w 12192000"/>
              <a:gd name="connsiteY4" fmla="*/ 1754022 h 2270840"/>
              <a:gd name="connsiteX5" fmla="*/ 11957522 w 12192000"/>
              <a:gd name="connsiteY5" fmla="*/ 1797924 h 2270840"/>
              <a:gd name="connsiteX6" fmla="*/ 11679973 w 12192000"/>
              <a:gd name="connsiteY6" fmla="*/ 1847668 h 2270840"/>
              <a:gd name="connsiteX7" fmla="*/ 11401197 w 12192000"/>
              <a:gd name="connsiteY7" fmla="*/ 1896361 h 2270840"/>
              <a:gd name="connsiteX8" fmla="*/ 11121192 w 12192000"/>
              <a:gd name="connsiteY8" fmla="*/ 1938047 h 2270840"/>
              <a:gd name="connsiteX9" fmla="*/ 10842416 w 12192000"/>
              <a:gd name="connsiteY9" fmla="*/ 1980084 h 2270840"/>
              <a:gd name="connsiteX10" fmla="*/ 10562411 w 12192000"/>
              <a:gd name="connsiteY10" fmla="*/ 2019319 h 2270840"/>
              <a:gd name="connsiteX11" fmla="*/ 10286091 w 12192000"/>
              <a:gd name="connsiteY11" fmla="*/ 2052948 h 2270840"/>
              <a:gd name="connsiteX12" fmla="*/ 10006086 w 12192000"/>
              <a:gd name="connsiteY12" fmla="*/ 2084826 h 2270840"/>
              <a:gd name="connsiteX13" fmla="*/ 9727310 w 12192000"/>
              <a:gd name="connsiteY13" fmla="*/ 2113902 h 2270840"/>
              <a:gd name="connsiteX14" fmla="*/ 9453445 w 12192000"/>
              <a:gd name="connsiteY14" fmla="*/ 2139124 h 2270840"/>
              <a:gd name="connsiteX15" fmla="*/ 9175897 w 12192000"/>
              <a:gd name="connsiteY15" fmla="*/ 2164346 h 2270840"/>
              <a:gd name="connsiteX16" fmla="*/ 8902033 w 12192000"/>
              <a:gd name="connsiteY16" fmla="*/ 2185365 h 2270840"/>
              <a:gd name="connsiteX17" fmla="*/ 8628169 w 12192000"/>
              <a:gd name="connsiteY17" fmla="*/ 2201829 h 2270840"/>
              <a:gd name="connsiteX18" fmla="*/ 8355533 w 12192000"/>
              <a:gd name="connsiteY18" fmla="*/ 2218995 h 2270840"/>
              <a:gd name="connsiteX19" fmla="*/ 8085353 w 12192000"/>
              <a:gd name="connsiteY19" fmla="*/ 2233357 h 2270840"/>
              <a:gd name="connsiteX20" fmla="*/ 7817629 w 12192000"/>
              <a:gd name="connsiteY20" fmla="*/ 2243516 h 2270840"/>
              <a:gd name="connsiteX21" fmla="*/ 7549905 w 12192000"/>
              <a:gd name="connsiteY21" fmla="*/ 2252274 h 2270840"/>
              <a:gd name="connsiteX22" fmla="*/ 7284638 w 12192000"/>
              <a:gd name="connsiteY22" fmla="*/ 2260681 h 2270840"/>
              <a:gd name="connsiteX23" fmla="*/ 7023055 w 12192000"/>
              <a:gd name="connsiteY23" fmla="*/ 2264535 h 2270840"/>
              <a:gd name="connsiteX24" fmla="*/ 6761472 w 12192000"/>
              <a:gd name="connsiteY24" fmla="*/ 2268738 h 2270840"/>
              <a:gd name="connsiteX25" fmla="*/ 6503573 w 12192000"/>
              <a:gd name="connsiteY25" fmla="*/ 2270840 h 2270840"/>
              <a:gd name="connsiteX26" fmla="*/ 6248130 w 12192000"/>
              <a:gd name="connsiteY26" fmla="*/ 2268738 h 2270840"/>
              <a:gd name="connsiteX27" fmla="*/ 5995144 w 12192000"/>
              <a:gd name="connsiteY27" fmla="*/ 2268738 h 2270840"/>
              <a:gd name="connsiteX28" fmla="*/ 5744613 w 12192000"/>
              <a:gd name="connsiteY28" fmla="*/ 2264535 h 2270840"/>
              <a:gd name="connsiteX29" fmla="*/ 5498995 w 12192000"/>
              <a:gd name="connsiteY29" fmla="*/ 2258229 h 2270840"/>
              <a:gd name="connsiteX30" fmla="*/ 5255834 w 12192000"/>
              <a:gd name="connsiteY30" fmla="*/ 2252274 h 2270840"/>
              <a:gd name="connsiteX31" fmla="*/ 5017584 w 12192000"/>
              <a:gd name="connsiteY31" fmla="*/ 2245618 h 2270840"/>
              <a:gd name="connsiteX32" fmla="*/ 4780562 w 12192000"/>
              <a:gd name="connsiteY32" fmla="*/ 2235459 h 2270840"/>
              <a:gd name="connsiteX33" fmla="*/ 4547227 w 12192000"/>
              <a:gd name="connsiteY33" fmla="*/ 2224599 h 2270840"/>
              <a:gd name="connsiteX34" fmla="*/ 4318800 w 12192000"/>
              <a:gd name="connsiteY34" fmla="*/ 2214791 h 2270840"/>
              <a:gd name="connsiteX35" fmla="*/ 3873004 w 12192000"/>
              <a:gd name="connsiteY35" fmla="*/ 2187116 h 2270840"/>
              <a:gd name="connsiteX36" fmla="*/ 3445628 w 12192000"/>
              <a:gd name="connsiteY36" fmla="*/ 2157691 h 2270840"/>
              <a:gd name="connsiteX37" fmla="*/ 3035446 w 12192000"/>
              <a:gd name="connsiteY37" fmla="*/ 2126863 h 2270840"/>
              <a:gd name="connsiteX38" fmla="*/ 2647370 w 12192000"/>
              <a:gd name="connsiteY38" fmla="*/ 2092884 h 2270840"/>
              <a:gd name="connsiteX39" fmla="*/ 2276487 w 12192000"/>
              <a:gd name="connsiteY39" fmla="*/ 2057502 h 2270840"/>
              <a:gd name="connsiteX40" fmla="*/ 1932621 w 12192000"/>
              <a:gd name="connsiteY40" fmla="*/ 2019319 h 2270840"/>
              <a:gd name="connsiteX41" fmla="*/ 1609634 w 12192000"/>
              <a:gd name="connsiteY41" fmla="*/ 1981836 h 2270840"/>
              <a:gd name="connsiteX42" fmla="*/ 1312435 w 12192000"/>
              <a:gd name="connsiteY42" fmla="*/ 1944353 h 2270840"/>
              <a:gd name="connsiteX43" fmla="*/ 1039799 w 12192000"/>
              <a:gd name="connsiteY43" fmla="*/ 1908972 h 2270840"/>
              <a:gd name="connsiteX44" fmla="*/ 797865 w 12192000"/>
              <a:gd name="connsiteY44" fmla="*/ 1875342 h 2270840"/>
              <a:gd name="connsiteX45" fmla="*/ 579265 w 12192000"/>
              <a:gd name="connsiteY45" fmla="*/ 1843464 h 2270840"/>
              <a:gd name="connsiteX46" fmla="*/ 395052 w 12192000"/>
              <a:gd name="connsiteY46" fmla="*/ 1816841 h 2270840"/>
              <a:gd name="connsiteX47" fmla="*/ 240312 w 12192000"/>
              <a:gd name="connsiteY47" fmla="*/ 1791618 h 2270840"/>
              <a:gd name="connsiteX48" fmla="*/ 27853 w 12192000"/>
              <a:gd name="connsiteY48" fmla="*/ 1755537 h 2270840"/>
              <a:gd name="connsiteX49" fmla="*/ 0 w 12192000"/>
              <a:gd name="connsiteY49" fmla="*/ 1750824 h 2270840"/>
              <a:gd name="connsiteX50" fmla="*/ 0 w 12192000"/>
              <a:gd name="connsiteY50" fmla="*/ 744794 h 2270840"/>
              <a:gd name="connsiteX51" fmla="*/ 0 w 12192000"/>
              <a:gd name="connsiteY51" fmla="*/ 519831 h 22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270840">
                <a:moveTo>
                  <a:pt x="0" y="0"/>
                </a:moveTo>
                <a:lnTo>
                  <a:pt x="12192000" y="0"/>
                </a:lnTo>
                <a:lnTo>
                  <a:pt x="12192000" y="519831"/>
                </a:lnTo>
                <a:lnTo>
                  <a:pt x="12192000" y="744794"/>
                </a:lnTo>
                <a:lnTo>
                  <a:pt x="12192000" y="1754022"/>
                </a:lnTo>
                <a:lnTo>
                  <a:pt x="11957522" y="1797924"/>
                </a:lnTo>
                <a:lnTo>
                  <a:pt x="11679973" y="1847668"/>
                </a:lnTo>
                <a:lnTo>
                  <a:pt x="11401197" y="1896361"/>
                </a:lnTo>
                <a:lnTo>
                  <a:pt x="11121192" y="1938047"/>
                </a:lnTo>
                <a:lnTo>
                  <a:pt x="10842416" y="1980084"/>
                </a:lnTo>
                <a:lnTo>
                  <a:pt x="10562411" y="2019319"/>
                </a:lnTo>
                <a:lnTo>
                  <a:pt x="10286091" y="2052948"/>
                </a:lnTo>
                <a:lnTo>
                  <a:pt x="10006086" y="2084826"/>
                </a:lnTo>
                <a:lnTo>
                  <a:pt x="9727310" y="2113902"/>
                </a:lnTo>
                <a:lnTo>
                  <a:pt x="9453445" y="2139124"/>
                </a:lnTo>
                <a:lnTo>
                  <a:pt x="9175897" y="2164346"/>
                </a:lnTo>
                <a:lnTo>
                  <a:pt x="8902033" y="2185365"/>
                </a:lnTo>
                <a:lnTo>
                  <a:pt x="8628169" y="2201829"/>
                </a:lnTo>
                <a:lnTo>
                  <a:pt x="8355533" y="2218995"/>
                </a:lnTo>
                <a:lnTo>
                  <a:pt x="8085353" y="2233357"/>
                </a:lnTo>
                <a:lnTo>
                  <a:pt x="7817629" y="2243516"/>
                </a:lnTo>
                <a:lnTo>
                  <a:pt x="7549905" y="2252274"/>
                </a:lnTo>
                <a:lnTo>
                  <a:pt x="7284638" y="2260681"/>
                </a:lnTo>
                <a:lnTo>
                  <a:pt x="7023055" y="2264535"/>
                </a:lnTo>
                <a:lnTo>
                  <a:pt x="6761472" y="2268738"/>
                </a:lnTo>
                <a:lnTo>
                  <a:pt x="6503573" y="2270840"/>
                </a:lnTo>
                <a:lnTo>
                  <a:pt x="6248130" y="2268738"/>
                </a:lnTo>
                <a:lnTo>
                  <a:pt x="5995144" y="2268738"/>
                </a:lnTo>
                <a:lnTo>
                  <a:pt x="5744613" y="2264535"/>
                </a:lnTo>
                <a:lnTo>
                  <a:pt x="5498995" y="2258229"/>
                </a:lnTo>
                <a:lnTo>
                  <a:pt x="5255834" y="2252274"/>
                </a:lnTo>
                <a:lnTo>
                  <a:pt x="5017584" y="2245618"/>
                </a:lnTo>
                <a:lnTo>
                  <a:pt x="4780562" y="2235459"/>
                </a:lnTo>
                <a:lnTo>
                  <a:pt x="4547227" y="2224599"/>
                </a:lnTo>
                <a:lnTo>
                  <a:pt x="4318800" y="2214791"/>
                </a:lnTo>
                <a:lnTo>
                  <a:pt x="3873004" y="2187116"/>
                </a:lnTo>
                <a:lnTo>
                  <a:pt x="3445628" y="2157691"/>
                </a:lnTo>
                <a:lnTo>
                  <a:pt x="3035446" y="2126863"/>
                </a:lnTo>
                <a:lnTo>
                  <a:pt x="2647370" y="2092884"/>
                </a:lnTo>
                <a:lnTo>
                  <a:pt x="2276487" y="2057502"/>
                </a:lnTo>
                <a:lnTo>
                  <a:pt x="1932621" y="2019319"/>
                </a:lnTo>
                <a:lnTo>
                  <a:pt x="1609634" y="1981836"/>
                </a:lnTo>
                <a:lnTo>
                  <a:pt x="1312435" y="1944353"/>
                </a:lnTo>
                <a:lnTo>
                  <a:pt x="1039799" y="1908972"/>
                </a:lnTo>
                <a:lnTo>
                  <a:pt x="797865" y="1875342"/>
                </a:lnTo>
                <a:lnTo>
                  <a:pt x="579265" y="1843464"/>
                </a:lnTo>
                <a:lnTo>
                  <a:pt x="395052" y="1816841"/>
                </a:lnTo>
                <a:lnTo>
                  <a:pt x="240312" y="1791618"/>
                </a:lnTo>
                <a:lnTo>
                  <a:pt x="27853" y="1755537"/>
                </a:lnTo>
                <a:lnTo>
                  <a:pt x="0" y="1750824"/>
                </a:lnTo>
                <a:lnTo>
                  <a:pt x="0" y="744794"/>
                </a:lnTo>
                <a:lnTo>
                  <a:pt x="0" y="519831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9116A8C-2804-1F6A-2B6D-D80799E9B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73480"/>
          </a:xfrm>
        </p:spPr>
        <p:txBody>
          <a:bodyPr>
            <a:normAutofit/>
          </a:bodyPr>
          <a:lstStyle/>
          <a:p>
            <a:pPr algn="ctr"/>
            <a:r>
              <a:rPr lang="fr-CA"/>
              <a:t>Apprentissages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9A7E6D-8ACD-352A-C36B-9B6118EF1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>
            <a:normAutofit/>
          </a:bodyPr>
          <a:lstStyle/>
          <a:p>
            <a:r>
              <a:rPr lang="fr-CA" dirty="0"/>
              <a:t>Développement application web</a:t>
            </a:r>
          </a:p>
          <a:p>
            <a:pPr lvl="1"/>
            <a:r>
              <a:rPr lang="fr-CA" dirty="0"/>
              <a:t>Utilisation git</a:t>
            </a:r>
          </a:p>
          <a:p>
            <a:pPr lvl="1"/>
            <a:r>
              <a:rPr lang="fr-CA" dirty="0"/>
              <a:t>Situation réelle</a:t>
            </a:r>
          </a:p>
          <a:p>
            <a:r>
              <a:rPr lang="fr-CA" dirty="0"/>
              <a:t>Technologies</a:t>
            </a:r>
          </a:p>
          <a:p>
            <a:pPr lvl="1"/>
            <a:r>
              <a:rPr lang="fr-CA" dirty="0"/>
              <a:t>Utilisation </a:t>
            </a:r>
            <a:r>
              <a:rPr lang="fr-CA" dirty="0" err="1"/>
              <a:t>Frameworks</a:t>
            </a:r>
            <a:r>
              <a:rPr lang="fr-CA" dirty="0"/>
              <a:t>, Packages, </a:t>
            </a:r>
            <a:r>
              <a:rPr lang="fr-CA" dirty="0" err="1"/>
              <a:t>etc</a:t>
            </a: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06DCA3-8A18-F2F7-A27F-CF2C5F006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5883275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F7FBC5A-8975-4437-B6D4-E0273545084A}" type="slidenum">
              <a:rPr lang="fr-CA" smtClean="0"/>
              <a:pPr>
                <a:spcAft>
                  <a:spcPts val="600"/>
                </a:spcAft>
              </a:pPr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5236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0D9C6C-9D37-577E-63C6-0B848C433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106" y="609600"/>
            <a:ext cx="3369133" cy="36428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Présentation de LinkUp</a:t>
            </a:r>
          </a:p>
        </p:txBody>
      </p:sp>
      <p:pic>
        <p:nvPicPr>
          <p:cNvPr id="8" name="Graphic 7" descr="Enseignant">
            <a:extLst>
              <a:ext uri="{FF2B5EF4-FFF2-40B4-BE49-F238E27FC236}">
                <a16:creationId xmlns:a16="http://schemas.microsoft.com/office/drawing/2014/main" id="{2CF76455-D107-50B8-E8C6-43E804C917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3807" y="639905"/>
            <a:ext cx="5581878" cy="5581878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82A3B4-2CA3-5993-ED81-8595B596E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6217920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8F7FBC5A-8975-4437-B6D4-E0273545084A}" type="slidenum">
              <a:rPr lang="en-US" smtClean="0"/>
              <a:pPr defTabSz="914400"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045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llage">
  <a:themeElements>
    <a:clrScheme name="Maillage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Maillag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illag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0F262FD6-3409-4039-A531-64BD4D2F99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TM03457485[[fn=Maillage]]</Template>
  <TotalTime>97</TotalTime>
  <Words>115</Words>
  <Application>Microsoft Office PowerPoint</Application>
  <PresentationFormat>Grand écran</PresentationFormat>
  <Paragraphs>71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Arial</vt:lpstr>
      <vt:lpstr>Century Gothic</vt:lpstr>
      <vt:lpstr>Maillage</vt:lpstr>
      <vt:lpstr>LinkUp</vt:lpstr>
      <vt:lpstr>Table</vt:lpstr>
      <vt:lpstr>Objectif</vt:lpstr>
      <vt:lpstr>Application</vt:lpstr>
      <vt:lpstr>Technologies</vt:lpstr>
      <vt:lpstr>Frontend</vt:lpstr>
      <vt:lpstr>Backend</vt:lpstr>
      <vt:lpstr>Architecture</vt:lpstr>
      <vt:lpstr>Apprentissages</vt:lpstr>
      <vt:lpstr>Présentation de LinkUp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Piquant, Alexis Stéphane</dc:creator>
  <cp:lastModifiedBy>Piquant, Alexis Stéphane</cp:lastModifiedBy>
  <cp:revision>3</cp:revision>
  <dcterms:created xsi:type="dcterms:W3CDTF">2026-05-15T01:30:49Z</dcterms:created>
  <dcterms:modified xsi:type="dcterms:W3CDTF">2026-05-17T20:17:37Z</dcterms:modified>
</cp:coreProperties>
</file>